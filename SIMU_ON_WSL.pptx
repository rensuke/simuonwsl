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62" r:id="rId9"/>
    <p:sldId id="265" r:id="rId10"/>
    <p:sldId id="264" r:id="rId11"/>
    <p:sldId id="266" r:id="rId12"/>
    <p:sldId id="268" r:id="rId13"/>
    <p:sldId id="269" r:id="rId14"/>
    <p:sldId id="270" r:id="rId15"/>
    <p:sldId id="271" r:id="rId16"/>
    <p:sldId id="267" r:id="rId17"/>
    <p:sldId id="274" r:id="rId18"/>
    <p:sldId id="275" r:id="rId19"/>
  </p:sldIdLst>
  <p:sldSz cx="9144000" cy="6858000" type="screen4x3"/>
  <p:notesSz cx="7099300" cy="10234613"/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80" d="100"/>
          <a:sy n="80" d="100"/>
        </p:scale>
        <p:origin x="96" y="84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奥康祐" userId="4cca5eb24f2b884a" providerId="LiveId" clId="{8BDA9F01-FC96-4E2D-9434-FB79BA441E4A}"/>
    <pc:docChg chg="custSel modSld">
      <pc:chgData name="奥康祐" userId="4cca5eb24f2b884a" providerId="LiveId" clId="{8BDA9F01-FC96-4E2D-9434-FB79BA441E4A}" dt="2017-09-11T21:17:22.606" v="62"/>
      <pc:docMkLst>
        <pc:docMk/>
      </pc:docMkLst>
      <pc:sldChg chg="modSp">
        <pc:chgData name="奥康祐" userId="4cca5eb24f2b884a" providerId="LiveId" clId="{8BDA9F01-FC96-4E2D-9434-FB79BA441E4A}" dt="2017-09-11T21:17:22.606" v="62"/>
        <pc:sldMkLst>
          <pc:docMk/>
          <pc:sldMk cId="2724377450" sldId="267"/>
        </pc:sldMkLst>
        <pc:spChg chg="mod">
          <ac:chgData name="奥康祐" userId="4cca5eb24f2b884a" providerId="LiveId" clId="{8BDA9F01-FC96-4E2D-9434-FB79BA441E4A}" dt="2017-09-11T21:17:22.606" v="62"/>
          <ac:spMkLst>
            <pc:docMk/>
            <pc:sldMk cId="2724377450" sldId="267"/>
            <ac:spMk id="3" creationId="{CBE8FFCB-3FDF-402F-8692-FA060F8E9C9D}"/>
          </ac:spMkLst>
        </pc:spChg>
      </pc:sldChg>
    </pc:docChg>
  </pc:docChgLst>
  <pc:docChgLst>
    <pc:chgData name="奥康祐" userId="4cca5eb24f2b884a" providerId="LiveId" clId="{FBB65A91-5D66-42C5-BC11-93BDC8A813D3}"/>
    <pc:docChg chg="undo custSel addSld delSld modSld sldOrd">
      <pc:chgData name="奥康祐" userId="4cca5eb24f2b884a" providerId="LiveId" clId="{FBB65A91-5D66-42C5-BC11-93BDC8A813D3}" dt="2017-09-13T18:04:47.522" v="5035" actId="6549"/>
      <pc:docMkLst>
        <pc:docMk/>
      </pc:docMkLst>
      <pc:sldChg chg="modSp">
        <pc:chgData name="奥康祐" userId="4cca5eb24f2b884a" providerId="LiveId" clId="{FBB65A91-5D66-42C5-BC11-93BDC8A813D3}" dt="2017-09-13T17:57:03.710" v="5034" actId="20577"/>
        <pc:sldMkLst>
          <pc:docMk/>
          <pc:sldMk cId="1574215943" sldId="256"/>
        </pc:sldMkLst>
        <pc:spChg chg="mod">
          <ac:chgData name="奥康祐" userId="4cca5eb24f2b884a" providerId="LiveId" clId="{FBB65A91-5D66-42C5-BC11-93BDC8A813D3}" dt="2017-09-13T17:57:03.710" v="5034" actId="20577"/>
          <ac:spMkLst>
            <pc:docMk/>
            <pc:sldMk cId="1574215943" sldId="256"/>
            <ac:spMk id="4" creationId="{0946C89F-3E48-4DFD-A305-C55E6F4B54BD}"/>
          </ac:spMkLst>
        </pc:spChg>
      </pc:sldChg>
      <pc:sldChg chg="modSp">
        <pc:chgData name="奥康祐" userId="4cca5eb24f2b884a" providerId="LiveId" clId="{FBB65A91-5D66-42C5-BC11-93BDC8A813D3}" dt="2017-08-18T15:54:29.310" v="835" actId="114"/>
        <pc:sldMkLst>
          <pc:docMk/>
          <pc:sldMk cId="1383206260" sldId="257"/>
        </pc:sldMkLst>
        <pc:spChg chg="mod">
          <ac:chgData name="奥康祐" userId="4cca5eb24f2b884a" providerId="LiveId" clId="{FBB65A91-5D66-42C5-BC11-93BDC8A813D3}" dt="2017-08-18T15:54:29.310" v="835" actId="114"/>
          <ac:spMkLst>
            <pc:docMk/>
            <pc:sldMk cId="1383206260" sldId="257"/>
            <ac:spMk id="3" creationId="{C7F5DCCE-541C-4E29-B0A6-8D4446CA3786}"/>
          </ac:spMkLst>
        </pc:spChg>
      </pc:sldChg>
      <pc:sldChg chg="modSp">
        <pc:chgData name="奥康祐" userId="4cca5eb24f2b884a" providerId="LiveId" clId="{FBB65A91-5D66-42C5-BC11-93BDC8A813D3}" dt="2017-08-18T15:55:39.482" v="865" actId="114"/>
        <pc:sldMkLst>
          <pc:docMk/>
          <pc:sldMk cId="2019647071" sldId="258"/>
        </pc:sldMkLst>
        <pc:spChg chg="mod">
          <ac:chgData name="奥康祐" userId="4cca5eb24f2b884a" providerId="LiveId" clId="{FBB65A91-5D66-42C5-BC11-93BDC8A813D3}" dt="2017-08-18T15:55:39.482" v="865" actId="114"/>
          <ac:spMkLst>
            <pc:docMk/>
            <pc:sldMk cId="2019647071" sldId="258"/>
            <ac:spMk id="3" creationId="{89771632-223C-4763-8334-027F4CDB0E94}"/>
          </ac:spMkLst>
        </pc:spChg>
      </pc:sldChg>
      <pc:sldChg chg="modSp">
        <pc:chgData name="奥康祐" userId="4cca5eb24f2b884a" providerId="LiveId" clId="{FBB65A91-5D66-42C5-BC11-93BDC8A813D3}" dt="2017-08-19T00:58:48.417" v="979" actId="20577"/>
        <pc:sldMkLst>
          <pc:docMk/>
          <pc:sldMk cId="1940912655" sldId="261"/>
        </pc:sldMkLst>
        <pc:spChg chg="mod">
          <ac:chgData name="奥康祐" userId="4cca5eb24f2b884a" providerId="LiveId" clId="{FBB65A91-5D66-42C5-BC11-93BDC8A813D3}" dt="2017-08-19T00:58:48.417" v="979" actId="20577"/>
          <ac:spMkLst>
            <pc:docMk/>
            <pc:sldMk cId="1940912655" sldId="261"/>
            <ac:spMk id="3" creationId="{1A5EF266-4FF4-4479-9C27-24832DB8CD60}"/>
          </ac:spMkLst>
        </pc:spChg>
      </pc:sldChg>
      <pc:sldChg chg="addSp delSp modSp add">
        <pc:chgData name="奥康祐" userId="4cca5eb24f2b884a" providerId="LiveId" clId="{FBB65A91-5D66-42C5-BC11-93BDC8A813D3}" dt="2017-08-18T15:28:37.492" v="514" actId="114"/>
        <pc:sldMkLst>
          <pc:docMk/>
          <pc:sldMk cId="605738733" sldId="262"/>
        </pc:sldMkLst>
        <pc:spChg chg="mod">
          <ac:chgData name="奥康祐" userId="4cca5eb24f2b884a" providerId="LiveId" clId="{FBB65A91-5D66-42C5-BC11-93BDC8A813D3}" dt="2017-08-18T15:01:58.186" v="44" actId="2711"/>
          <ac:spMkLst>
            <pc:docMk/>
            <pc:sldMk cId="605738733" sldId="262"/>
            <ac:spMk id="2" creationId="{59A5C0A7-AF77-4F20-AA0D-1B3C4EDCDAEF}"/>
          </ac:spMkLst>
        </pc:spChg>
        <pc:spChg chg="mod">
          <ac:chgData name="奥康祐" userId="4cca5eb24f2b884a" providerId="LiveId" clId="{FBB65A91-5D66-42C5-BC11-93BDC8A813D3}" dt="2017-08-18T15:28:37.492" v="514" actId="114"/>
          <ac:spMkLst>
            <pc:docMk/>
            <pc:sldMk cId="605738733" sldId="262"/>
            <ac:spMk id="3" creationId="{EAE702C6-FF3F-4EEE-B050-ABCD8DCDD831}"/>
          </ac:spMkLst>
        </pc:spChg>
        <pc:spChg chg="add del">
          <ac:chgData name="奥康祐" userId="4cca5eb24f2b884a" providerId="LiveId" clId="{FBB65A91-5D66-42C5-BC11-93BDC8A813D3}" dt="2017-08-18T15:28:24.774" v="489" actId="114"/>
          <ac:spMkLst>
            <pc:docMk/>
            <pc:sldMk cId="605738733" sldId="262"/>
            <ac:spMk id="4" creationId="{40068093-DDF0-406C-83CE-8825550302F1}"/>
          </ac:spMkLst>
        </pc:spChg>
      </pc:sldChg>
      <pc:sldChg chg="add del">
        <pc:chgData name="奥康祐" userId="4cca5eb24f2b884a" providerId="LiveId" clId="{FBB65A91-5D66-42C5-BC11-93BDC8A813D3}" dt="2017-08-18T15:28:47.383" v="517" actId="2696"/>
        <pc:sldMkLst>
          <pc:docMk/>
          <pc:sldMk cId="3226022594" sldId="263"/>
        </pc:sldMkLst>
      </pc:sldChg>
      <pc:sldChg chg="addSp delSp modSp add">
        <pc:chgData name="奥康祐" userId="4cca5eb24f2b884a" providerId="LiveId" clId="{FBB65A91-5D66-42C5-BC11-93BDC8A813D3}" dt="2017-08-19T01:02:38.167" v="1305" actId="114"/>
        <pc:sldMkLst>
          <pc:docMk/>
          <pc:sldMk cId="3950737879" sldId="264"/>
        </pc:sldMkLst>
        <pc:spChg chg="del">
          <ac:chgData name="奥康祐" userId="4cca5eb24f2b884a" providerId="LiveId" clId="{FBB65A91-5D66-42C5-BC11-93BDC8A813D3}" dt="2017-08-18T15:54:13.624" v="834" actId="114"/>
          <ac:spMkLst>
            <pc:docMk/>
            <pc:sldMk cId="3950737879" sldId="264"/>
            <ac:spMk id="2" creationId="{66E76F58-7BAB-40E8-AD37-D98870F0AF09}"/>
          </ac:spMkLst>
        </pc:spChg>
        <pc:spChg chg="add mod">
          <ac:chgData name="奥康祐" userId="4cca5eb24f2b884a" providerId="LiveId" clId="{FBB65A91-5D66-42C5-BC11-93BDC8A813D3}" dt="2017-08-19T00:57:28.516" v="942" actId="114"/>
          <ac:spMkLst>
            <pc:docMk/>
            <pc:sldMk cId="3950737879" sldId="264"/>
            <ac:spMk id="2" creationId="{AFD1D946-C4D3-4F8B-B485-7633A0D0A727}"/>
          </ac:spMkLst>
        </pc:spChg>
        <pc:spChg chg="del">
          <ac:chgData name="奥康祐" userId="4cca5eb24f2b884a" providerId="LiveId" clId="{FBB65A91-5D66-42C5-BC11-93BDC8A813D3}" dt="2017-08-18T15:54:13.624" v="834" actId="114"/>
          <ac:spMkLst>
            <pc:docMk/>
            <pc:sldMk cId="3950737879" sldId="264"/>
            <ac:spMk id="3" creationId="{94F153CB-E270-40A1-A5D5-8792D2017171}"/>
          </ac:spMkLst>
        </pc:spChg>
        <pc:spChg chg="add mod">
          <ac:chgData name="奥康祐" userId="4cca5eb24f2b884a" providerId="LiveId" clId="{FBB65A91-5D66-42C5-BC11-93BDC8A813D3}" dt="2017-08-19T01:02:38.167" v="1305" actId="114"/>
          <ac:spMkLst>
            <pc:docMk/>
            <pc:sldMk cId="3950737879" sldId="264"/>
            <ac:spMk id="3" creationId="{5A6C269B-4256-4324-97CE-0EE37318A605}"/>
          </ac:spMkLst>
        </pc:spChg>
      </pc:sldChg>
      <pc:sldChg chg="addSp delSp modSp add ord">
        <pc:chgData name="奥康祐" userId="4cca5eb24f2b884a" providerId="LiveId" clId="{FBB65A91-5D66-42C5-BC11-93BDC8A813D3}" dt="2017-09-13T18:04:47.522" v="5035" actId="6549"/>
        <pc:sldMkLst>
          <pc:docMk/>
          <pc:sldMk cId="326267718" sldId="265"/>
        </pc:sldMkLst>
        <pc:spChg chg="del mod">
          <ac:chgData name="奥康祐" userId="4cca5eb24f2b884a" providerId="LiveId" clId="{FBB65A91-5D66-42C5-BC11-93BDC8A813D3}" dt="2017-08-18T15:29:04.241" v="521" actId="478"/>
          <ac:spMkLst>
            <pc:docMk/>
            <pc:sldMk cId="326267718" sldId="265"/>
            <ac:spMk id="2" creationId="{A43402ED-AE7C-439A-9D32-648A34599206}"/>
          </ac:spMkLst>
        </pc:spChg>
        <pc:spChg chg="add del mod">
          <ac:chgData name="奥康祐" userId="4cca5eb24f2b884a" providerId="LiveId" clId="{FBB65A91-5D66-42C5-BC11-93BDC8A813D3}" dt="2017-08-18T15:29:26.727" v="523" actId="12"/>
          <ac:spMkLst>
            <pc:docMk/>
            <pc:sldMk cId="326267718" sldId="265"/>
            <ac:spMk id="3" creationId="{A5B91EBD-6F6E-465C-9EC0-202FE081E112}"/>
          </ac:spMkLst>
        </pc:spChg>
        <pc:spChg chg="add del mod">
          <ac:chgData name="奥康祐" userId="4cca5eb24f2b884a" providerId="LiveId" clId="{FBB65A91-5D66-42C5-BC11-93BDC8A813D3}" dt="2017-08-18T15:29:30.074" v="524" actId="478"/>
          <ac:spMkLst>
            <pc:docMk/>
            <pc:sldMk cId="326267718" sldId="265"/>
            <ac:spMk id="4" creationId="{CC292492-173F-4DB0-B901-5B832D0B3352}"/>
          </ac:spMkLst>
        </pc:spChg>
        <pc:spChg chg="add mod">
          <ac:chgData name="奥康祐" userId="4cca5eb24f2b884a" providerId="LiveId" clId="{FBB65A91-5D66-42C5-BC11-93BDC8A813D3}" dt="2017-09-13T18:04:47.522" v="5035" actId="6549"/>
          <ac:spMkLst>
            <pc:docMk/>
            <pc:sldMk cId="326267718" sldId="265"/>
            <ac:spMk id="5" creationId="{256010AD-30D4-435A-A766-35773BD202E0}"/>
          </ac:spMkLst>
        </pc:spChg>
      </pc:sldChg>
      <pc:sldChg chg="modSp add">
        <pc:chgData name="奥康祐" userId="4cca5eb24f2b884a" providerId="LiveId" clId="{FBB65A91-5D66-42C5-BC11-93BDC8A813D3}" dt="2017-08-19T01:15:08.240" v="1845" actId="114"/>
        <pc:sldMkLst>
          <pc:docMk/>
          <pc:sldMk cId="1158584782" sldId="266"/>
        </pc:sldMkLst>
        <pc:spChg chg="mod">
          <ac:chgData name="奥康祐" userId="4cca5eb24f2b884a" providerId="LiveId" clId="{FBB65A91-5D66-42C5-BC11-93BDC8A813D3}" dt="2017-08-19T01:14:52.242" v="1796" actId="114"/>
          <ac:spMkLst>
            <pc:docMk/>
            <pc:sldMk cId="1158584782" sldId="266"/>
            <ac:spMk id="2" creationId="{B4E4BB4D-8ACA-4219-B12B-1EF3717DB6E3}"/>
          </ac:spMkLst>
        </pc:spChg>
        <pc:spChg chg="mod">
          <ac:chgData name="奥康祐" userId="4cca5eb24f2b884a" providerId="LiveId" clId="{FBB65A91-5D66-42C5-BC11-93BDC8A813D3}" dt="2017-08-19T01:15:08.240" v="1845" actId="114"/>
          <ac:spMkLst>
            <pc:docMk/>
            <pc:sldMk cId="1158584782" sldId="266"/>
            <ac:spMk id="3" creationId="{35E8CC72-4BE5-4F19-9FF6-FE4BE438F6FB}"/>
          </ac:spMkLst>
        </pc:spChg>
      </pc:sldChg>
      <pc:sldChg chg="modSp add ord">
        <pc:chgData name="奥康祐" userId="4cca5eb24f2b884a" providerId="LiveId" clId="{FBB65A91-5D66-42C5-BC11-93BDC8A813D3}" dt="2017-09-13T17:32:15.500" v="4310" actId="20577"/>
        <pc:sldMkLst>
          <pc:docMk/>
          <pc:sldMk cId="2724377450" sldId="267"/>
        </pc:sldMkLst>
        <pc:spChg chg="mod">
          <ac:chgData name="奥康祐" userId="4cca5eb24f2b884a" providerId="LiveId" clId="{FBB65A91-5D66-42C5-BC11-93BDC8A813D3}" dt="2017-08-19T01:09:03.868" v="1362" actId="114"/>
          <ac:spMkLst>
            <pc:docMk/>
            <pc:sldMk cId="2724377450" sldId="267"/>
            <ac:spMk id="2" creationId="{F6820B97-92B4-4E9B-AE81-E021A5951244}"/>
          </ac:spMkLst>
        </pc:spChg>
        <pc:spChg chg="mod">
          <ac:chgData name="奥康祐" userId="4cca5eb24f2b884a" providerId="LiveId" clId="{FBB65A91-5D66-42C5-BC11-93BDC8A813D3}" dt="2017-09-13T17:32:15.500" v="4310" actId="20577"/>
          <ac:spMkLst>
            <pc:docMk/>
            <pc:sldMk cId="2724377450" sldId="267"/>
            <ac:spMk id="3" creationId="{CBE8FFCB-3FDF-402F-8692-FA060F8E9C9D}"/>
          </ac:spMkLst>
        </pc:spChg>
      </pc:sldChg>
      <pc:sldChg chg="modSp add">
        <pc:chgData name="奥康祐" userId="4cca5eb24f2b884a" providerId="LiveId" clId="{FBB65A91-5D66-42C5-BC11-93BDC8A813D3}" dt="2017-08-19T01:49:49.223" v="2394" actId="20577"/>
        <pc:sldMkLst>
          <pc:docMk/>
          <pc:sldMk cId="3709209513" sldId="268"/>
        </pc:sldMkLst>
        <pc:spChg chg="mod">
          <ac:chgData name="奥康祐" userId="4cca5eb24f2b884a" providerId="LiveId" clId="{FBB65A91-5D66-42C5-BC11-93BDC8A813D3}" dt="2017-08-19T01:49:49.223" v="2394" actId="20577"/>
          <ac:spMkLst>
            <pc:docMk/>
            <pc:sldMk cId="3709209513" sldId="268"/>
            <ac:spMk id="2" creationId="{330752C2-73E5-49DF-A657-F0BD69B9B4AF}"/>
          </ac:spMkLst>
        </pc:spChg>
        <pc:spChg chg="mod">
          <ac:chgData name="奥康祐" userId="4cca5eb24f2b884a" providerId="LiveId" clId="{FBB65A91-5D66-42C5-BC11-93BDC8A813D3}" dt="2017-08-19T01:21:35.905" v="2228" actId="20577"/>
          <ac:spMkLst>
            <pc:docMk/>
            <pc:sldMk cId="3709209513" sldId="268"/>
            <ac:spMk id="3" creationId="{E55C8BFA-0A56-4096-911D-5A01EA835815}"/>
          </ac:spMkLst>
        </pc:spChg>
      </pc:sldChg>
      <pc:sldChg chg="addSp delSp modSp add">
        <pc:chgData name="奥康祐" userId="4cca5eb24f2b884a" providerId="LiveId" clId="{FBB65A91-5D66-42C5-BC11-93BDC8A813D3}" dt="2017-09-13T17:31:00.780" v="4269" actId="14100"/>
        <pc:sldMkLst>
          <pc:docMk/>
          <pc:sldMk cId="511939259" sldId="269"/>
        </pc:sldMkLst>
        <pc:spChg chg="del">
          <ac:chgData name="奥康祐" userId="4cca5eb24f2b884a" providerId="LiveId" clId="{FBB65A91-5D66-42C5-BC11-93BDC8A813D3}" dt="2017-08-19T01:21:51.869" v="2230" actId="478"/>
          <ac:spMkLst>
            <pc:docMk/>
            <pc:sldMk cId="511939259" sldId="269"/>
            <ac:spMk id="2" creationId="{3FB1CA57-042E-4862-879D-EFE092014296}"/>
          </ac:spMkLst>
        </pc:spChg>
        <pc:spChg chg="mod">
          <ac:chgData name="奥康祐" userId="4cca5eb24f2b884a" providerId="LiveId" clId="{FBB65A91-5D66-42C5-BC11-93BDC8A813D3}" dt="2017-09-13T17:31:00.780" v="4269" actId="14100"/>
          <ac:spMkLst>
            <pc:docMk/>
            <pc:sldMk cId="511939259" sldId="269"/>
            <ac:spMk id="3" creationId="{0BDCFE62-008A-410C-B4B0-1689F6AB683F}"/>
          </ac:spMkLst>
        </pc:spChg>
        <pc:spChg chg="add del">
          <ac:chgData name="奥康祐" userId="4cca5eb24f2b884a" providerId="LiveId" clId="{FBB65A91-5D66-42C5-BC11-93BDC8A813D3}" dt="2017-08-19T01:53:12.611" v="2576" actId="1037"/>
          <ac:spMkLst>
            <pc:docMk/>
            <pc:sldMk cId="511939259" sldId="269"/>
            <ac:spMk id="4" creationId="{E638DC91-D481-4B6A-9CF5-BD1ADB8C769D}"/>
          </ac:spMkLst>
        </pc:spChg>
        <pc:spChg chg="add mod">
          <ac:chgData name="奥康祐" userId="4cca5eb24f2b884a" providerId="LiveId" clId="{FBB65A91-5D66-42C5-BC11-93BDC8A813D3}" dt="2017-08-19T02:07:48.327" v="2690" actId="1037"/>
          <ac:spMkLst>
            <pc:docMk/>
            <pc:sldMk cId="511939259" sldId="269"/>
            <ac:spMk id="5" creationId="{0E51A0D6-5A9C-4611-BC50-9CF1C7814BB6}"/>
          </ac:spMkLst>
        </pc:spChg>
      </pc:sldChg>
      <pc:sldChg chg="modSp add">
        <pc:chgData name="奥康祐" userId="4cca5eb24f2b884a" providerId="LiveId" clId="{FBB65A91-5D66-42C5-BC11-93BDC8A813D3}" dt="2017-08-19T02:14:28.303" v="3143" actId="20577"/>
        <pc:sldMkLst>
          <pc:docMk/>
          <pc:sldMk cId="1200239848" sldId="270"/>
        </pc:sldMkLst>
        <pc:spChg chg="mod">
          <ac:chgData name="奥康祐" userId="4cca5eb24f2b884a" providerId="LiveId" clId="{FBB65A91-5D66-42C5-BC11-93BDC8A813D3}" dt="2017-08-19T02:08:49.091" v="2737" actId="113"/>
          <ac:spMkLst>
            <pc:docMk/>
            <pc:sldMk cId="1200239848" sldId="270"/>
            <ac:spMk id="2" creationId="{5A3E8C39-9FAC-480D-A9EB-B6EDAEE99874}"/>
          </ac:spMkLst>
        </pc:spChg>
        <pc:spChg chg="mod">
          <ac:chgData name="奥康祐" userId="4cca5eb24f2b884a" providerId="LiveId" clId="{FBB65A91-5D66-42C5-BC11-93BDC8A813D3}" dt="2017-08-19T02:14:28.303" v="3143" actId="20577"/>
          <ac:spMkLst>
            <pc:docMk/>
            <pc:sldMk cId="1200239848" sldId="270"/>
            <ac:spMk id="3" creationId="{6245F630-8879-43F7-870A-58AEE670E2FF}"/>
          </ac:spMkLst>
        </pc:spChg>
      </pc:sldChg>
      <pc:sldChg chg="addSp delSp modSp add">
        <pc:chgData name="奥康祐" userId="4cca5eb24f2b884a" providerId="LiveId" clId="{FBB65A91-5D66-42C5-BC11-93BDC8A813D3}" dt="2017-08-20T15:37:13.723" v="4199" actId="15"/>
        <pc:sldMkLst>
          <pc:docMk/>
          <pc:sldMk cId="2829203736" sldId="271"/>
        </pc:sldMkLst>
        <pc:spChg chg="add del mod">
          <ac:chgData name="奥康祐" userId="4cca5eb24f2b884a" providerId="LiveId" clId="{FBB65A91-5D66-42C5-BC11-93BDC8A813D3}" dt="2017-08-20T15:37:13.723" v="4199" actId="15"/>
          <ac:spMkLst>
            <pc:docMk/>
            <pc:sldMk cId="2829203736" sldId="271"/>
            <ac:spMk id="2" creationId="{43A64440-6041-4C04-A93A-B70797750DAC}"/>
          </ac:spMkLst>
        </pc:spChg>
        <pc:spChg chg="add del">
          <ac:chgData name="奥康祐" userId="4cca5eb24f2b884a" providerId="LiveId" clId="{FBB65A91-5D66-42C5-BC11-93BDC8A813D3}" dt="2017-08-20T15:33:53.582" v="3864" actId="15"/>
          <ac:spMkLst>
            <pc:docMk/>
            <pc:sldMk cId="2829203736" sldId="271"/>
            <ac:spMk id="3" creationId="{E8A82C6F-79AF-4E80-A580-385C512C77A4}"/>
          </ac:spMkLst>
        </pc:spChg>
        <pc:spChg chg="add del mod">
          <ac:chgData name="奥康祐" userId="4cca5eb24f2b884a" providerId="LiveId" clId="{FBB65A91-5D66-42C5-BC11-93BDC8A813D3}" dt="2017-08-20T15:32:24.231" v="3819" actId="15"/>
          <ac:spMkLst>
            <pc:docMk/>
            <pc:sldMk cId="2829203736" sldId="271"/>
            <ac:spMk id="6" creationId="{0922E852-C2AE-4FB2-8F30-2F6933F9BF40}"/>
          </ac:spMkLst>
        </pc:spChg>
        <pc:spChg chg="add del mod">
          <ac:chgData name="奥康祐" userId="4cca5eb24f2b884a" providerId="LiveId" clId="{FBB65A91-5D66-42C5-BC11-93BDC8A813D3}" dt="2017-08-20T15:32:24.231" v="3819" actId="15"/>
          <ac:spMkLst>
            <pc:docMk/>
            <pc:sldMk cId="2829203736" sldId="271"/>
            <ac:spMk id="7" creationId="{84101779-D331-477A-9BBE-2742A3F0E52F}"/>
          </ac:spMkLst>
        </pc:spChg>
        <pc:spChg chg="add del mod">
          <ac:chgData name="奥康祐" userId="4cca5eb24f2b884a" providerId="LiveId" clId="{FBB65A91-5D66-42C5-BC11-93BDC8A813D3}" dt="2017-08-20T15:32:24.231" v="3819" actId="15"/>
          <ac:spMkLst>
            <pc:docMk/>
            <pc:sldMk cId="2829203736" sldId="271"/>
            <ac:spMk id="8" creationId="{FAA18A17-EBD4-414F-B7B5-FF0C665015A4}"/>
          </ac:spMkLst>
        </pc:spChg>
        <pc:graphicFrameChg chg="add del mod">
          <ac:chgData name="奥康祐" userId="4cca5eb24f2b884a" providerId="LiveId" clId="{FBB65A91-5D66-42C5-BC11-93BDC8A813D3}" dt="2017-08-20T15:31:16.999" v="3803" actId="15"/>
          <ac:graphicFrameMkLst>
            <pc:docMk/>
            <pc:sldMk cId="2829203736" sldId="271"/>
            <ac:graphicFrameMk id="4" creationId="{885410FC-98EC-4FA3-AB6C-A8093F5006E1}"/>
          </ac:graphicFrameMkLst>
        </pc:graphicFrameChg>
        <pc:graphicFrameChg chg="add del mod modGraphic">
          <ac:chgData name="奥康祐" userId="4cca5eb24f2b884a" providerId="LiveId" clId="{FBB65A91-5D66-42C5-BC11-93BDC8A813D3}" dt="2017-08-20T15:31:52.942" v="3813" actId="15"/>
          <ac:graphicFrameMkLst>
            <pc:docMk/>
            <pc:sldMk cId="2829203736" sldId="271"/>
            <ac:graphicFrameMk id="5" creationId="{750B1CB5-1208-4C19-9D91-415598F82D87}"/>
          </ac:graphicFrameMkLst>
        </pc:graphicFrameChg>
        <pc:graphicFrameChg chg="add del mod">
          <ac:chgData name="奥康祐" userId="4cca5eb24f2b884a" providerId="LiveId" clId="{FBB65A91-5D66-42C5-BC11-93BDC8A813D3}" dt="2017-08-20T15:32:23.862" v="3818" actId="15"/>
          <ac:graphicFrameMkLst>
            <pc:docMk/>
            <pc:sldMk cId="2829203736" sldId="271"/>
            <ac:graphicFrameMk id="9" creationId="{33633D8C-E653-4E76-A21F-CCD70CD26C1E}"/>
          </ac:graphicFrameMkLst>
        </pc:graphicFrameChg>
        <pc:graphicFrameChg chg="add del mod">
          <ac:chgData name="奥康祐" userId="4cca5eb24f2b884a" providerId="LiveId" clId="{FBB65A91-5D66-42C5-BC11-93BDC8A813D3}" dt="2017-08-20T15:32:23.098" v="3817" actId="15"/>
          <ac:graphicFrameMkLst>
            <pc:docMk/>
            <pc:sldMk cId="2829203736" sldId="271"/>
            <ac:graphicFrameMk id="10" creationId="{6819634B-C4B2-480F-AEE6-E26609D28203}"/>
          </ac:graphicFrameMkLst>
        </pc:graphicFrameChg>
        <pc:graphicFrameChg chg="add mod modGraphic">
          <ac:chgData name="奥康祐" userId="4cca5eb24f2b884a" providerId="LiveId" clId="{FBB65A91-5D66-42C5-BC11-93BDC8A813D3}" dt="2017-08-20T15:37:04.397" v="4198" actId="2165"/>
          <ac:graphicFrameMkLst>
            <pc:docMk/>
            <pc:sldMk cId="2829203736" sldId="271"/>
            <ac:graphicFrameMk id="11" creationId="{24986871-EF40-4D11-88DA-3E7416F41D25}"/>
          </ac:graphicFrameMkLst>
        </pc:graphicFrameChg>
      </pc:sldChg>
      <pc:sldChg chg="addSp modSp add">
        <pc:chgData name="奥康祐" userId="4cca5eb24f2b884a" providerId="LiveId" clId="{FBB65A91-5D66-42C5-BC11-93BDC8A813D3}" dt="2017-09-13T17:56:55.225" v="5032" actId="6549"/>
        <pc:sldMkLst>
          <pc:docMk/>
          <pc:sldMk cId="2441209663" sldId="272"/>
        </pc:sldMkLst>
        <pc:spChg chg="mod">
          <ac:chgData name="奥康祐" userId="4cca5eb24f2b884a" providerId="LiveId" clId="{FBB65A91-5D66-42C5-BC11-93BDC8A813D3}" dt="2017-08-19T02:17:44.070" v="3475" actId="114"/>
          <ac:spMkLst>
            <pc:docMk/>
            <pc:sldMk cId="2441209663" sldId="272"/>
            <ac:spMk id="2" creationId="{FB110BEF-5B7E-4B64-BBB3-CCA624E551EE}"/>
          </ac:spMkLst>
        </pc:spChg>
        <pc:spChg chg="mod">
          <ac:chgData name="奥康祐" userId="4cca5eb24f2b884a" providerId="LiveId" clId="{FBB65A91-5D66-42C5-BC11-93BDC8A813D3}" dt="2017-08-19T02:20:00.207" v="3588" actId="14100"/>
          <ac:spMkLst>
            <pc:docMk/>
            <pc:sldMk cId="2441209663" sldId="272"/>
            <ac:spMk id="3" creationId="{DB92E6F1-5058-4375-A1C9-12D5F71B71F2}"/>
          </ac:spMkLst>
        </pc:spChg>
        <pc:spChg chg="add mod">
          <ac:chgData name="奥康祐" userId="4cca5eb24f2b884a" providerId="LiveId" clId="{FBB65A91-5D66-42C5-BC11-93BDC8A813D3}" dt="2017-09-13T17:56:55.225" v="5032" actId="6549"/>
          <ac:spMkLst>
            <pc:docMk/>
            <pc:sldMk cId="2441209663" sldId="272"/>
            <ac:spMk id="4" creationId="{6DC3D69B-44D2-4A8D-AEA7-476072EC5A5D}"/>
          </ac:spMkLst>
        </pc:spChg>
      </pc:sldChg>
      <pc:sldChg chg="add del">
        <pc:chgData name="奥康祐" userId="4cca5eb24f2b884a" providerId="LiveId" clId="{FBB65A91-5D66-42C5-BC11-93BDC8A813D3}" dt="2017-09-13T17:32:32.782" v="4313" actId="2696"/>
        <pc:sldMkLst>
          <pc:docMk/>
          <pc:sldMk cId="3735140442" sldId="273"/>
        </pc:sldMkLst>
      </pc:sldChg>
      <pc:sldChg chg="modSp add">
        <pc:chgData name="奥康祐" userId="4cca5eb24f2b884a" providerId="LiveId" clId="{FBB65A91-5D66-42C5-BC11-93BDC8A813D3}" dt="2017-09-13T17:38:45.254" v="4674"/>
        <pc:sldMkLst>
          <pc:docMk/>
          <pc:sldMk cId="3033214807" sldId="274"/>
        </pc:sldMkLst>
        <pc:spChg chg="mod">
          <ac:chgData name="奥康祐" userId="4cca5eb24f2b884a" providerId="LiveId" clId="{FBB65A91-5D66-42C5-BC11-93BDC8A813D3}" dt="2017-09-13T17:33:01.584" v="4332"/>
          <ac:spMkLst>
            <pc:docMk/>
            <pc:sldMk cId="3033214807" sldId="274"/>
            <ac:spMk id="2" creationId="{F6820B97-92B4-4E9B-AE81-E021A5951244}"/>
          </ac:spMkLst>
        </pc:spChg>
        <pc:spChg chg="mod">
          <ac:chgData name="奥康祐" userId="4cca5eb24f2b884a" providerId="LiveId" clId="{FBB65A91-5D66-42C5-BC11-93BDC8A813D3}" dt="2017-09-13T17:38:45.254" v="4674"/>
          <ac:spMkLst>
            <pc:docMk/>
            <pc:sldMk cId="3033214807" sldId="274"/>
            <ac:spMk id="3" creationId="{CBE8FFCB-3FDF-402F-8692-FA060F8E9C9D}"/>
          </ac:spMkLst>
        </pc:spChg>
      </pc:sldChg>
      <pc:sldChg chg="modSp add">
        <pc:chgData name="奥康祐" userId="4cca5eb24f2b884a" providerId="LiveId" clId="{FBB65A91-5D66-42C5-BC11-93BDC8A813D3}" dt="2017-09-13T17:56:26.421" v="5031" actId="20577"/>
        <pc:sldMkLst>
          <pc:docMk/>
          <pc:sldMk cId="2374275829" sldId="275"/>
        </pc:sldMkLst>
        <pc:spChg chg="mod">
          <ac:chgData name="奥康祐" userId="4cca5eb24f2b884a" providerId="LiveId" clId="{FBB65A91-5D66-42C5-BC11-93BDC8A813D3}" dt="2017-09-13T17:56:08.956" v="4986" actId="1036"/>
          <ac:spMkLst>
            <pc:docMk/>
            <pc:sldMk cId="2374275829" sldId="275"/>
            <ac:spMk id="2" creationId="{9E77F17B-73FA-4B6E-9343-074661D10439}"/>
          </ac:spMkLst>
        </pc:spChg>
        <pc:spChg chg="mod">
          <ac:chgData name="奥康祐" userId="4cca5eb24f2b884a" providerId="LiveId" clId="{FBB65A91-5D66-42C5-BC11-93BDC8A813D3}" dt="2017-09-13T17:56:26.421" v="5031" actId="20577"/>
          <ac:spMkLst>
            <pc:docMk/>
            <pc:sldMk cId="2374275829" sldId="275"/>
            <ac:spMk id="3" creationId="{ED1E3BF9-C993-43DA-BB33-D609B6E416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7B0CD-5A61-4647-9782-27F68BC50714}" type="datetimeFigureOut">
              <a:rPr kumimoji="1" lang="ja-JP" altLang="en-US" smtClean="0"/>
              <a:t>2017/9/14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8E9AF8-F72C-4BC1-A965-EBC18F8043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190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42043DE6-9D44-470C-BF76-6C3B8540A4B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D4E9CB4A-17A2-44B3-A737-DCBA66A11AAF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algn="ctr" eaLnBrk="1" hangingPunct="1"/>
              <a:endParaRPr kumimoji="0" lang="ja-JP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CC82CB86-A89E-462D-BACC-CB5E8CAE12CA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5B742D3F-DFF4-4664-BD2E-38528F1407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>
                <a:extLst>
                  <a:ext uri="{FF2B5EF4-FFF2-40B4-BE49-F238E27FC236}">
                    <a16:creationId xmlns:a16="http://schemas.microsoft.com/office/drawing/2014/main" id="{C171B1CF-2178-48D6-853F-99F4C7E36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Rectangle 7">
                <a:extLst>
                  <a:ext uri="{FF2B5EF4-FFF2-40B4-BE49-F238E27FC236}">
                    <a16:creationId xmlns:a16="http://schemas.microsoft.com/office/drawing/2014/main" id="{9FE4DB74-AEB3-4EDD-919C-1310639727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" name="Rectangle 8">
                <a:extLst>
                  <a:ext uri="{FF2B5EF4-FFF2-40B4-BE49-F238E27FC236}">
                    <a16:creationId xmlns:a16="http://schemas.microsoft.com/office/drawing/2014/main" id="{D0697292-98D7-4739-8219-5AACF961EC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C0225F23-B792-48C5-984C-A71F970D2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Rectangle 10">
                <a:extLst>
                  <a:ext uri="{FF2B5EF4-FFF2-40B4-BE49-F238E27FC236}">
                    <a16:creationId xmlns:a16="http://schemas.microsoft.com/office/drawing/2014/main" id="{AC33AEF8-3E88-42E7-A4C0-7F9D786BF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1">
                <a:extLst>
                  <a:ext uri="{FF2B5EF4-FFF2-40B4-BE49-F238E27FC236}">
                    <a16:creationId xmlns:a16="http://schemas.microsoft.com/office/drawing/2014/main" id="{99794A4D-7102-47A3-947F-3D828E9627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2">
                <a:extLst>
                  <a:ext uri="{FF2B5EF4-FFF2-40B4-BE49-F238E27FC236}">
                    <a16:creationId xmlns:a16="http://schemas.microsoft.com/office/drawing/2014/main" id="{25814933-E56E-4CA6-941B-665D917043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3">
                <a:extLst>
                  <a:ext uri="{FF2B5EF4-FFF2-40B4-BE49-F238E27FC236}">
                    <a16:creationId xmlns:a16="http://schemas.microsoft.com/office/drawing/2014/main" id="{B822237E-708E-436C-9FA2-5114CBDEB0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4">
                <a:extLst>
                  <a:ext uri="{FF2B5EF4-FFF2-40B4-BE49-F238E27FC236}">
                    <a16:creationId xmlns:a16="http://schemas.microsoft.com/office/drawing/2014/main" id="{775C025E-17BA-4981-B5C0-2AB5D4E8B0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5">
                <a:extLst>
                  <a:ext uri="{FF2B5EF4-FFF2-40B4-BE49-F238E27FC236}">
                    <a16:creationId xmlns:a16="http://schemas.microsoft.com/office/drawing/2014/main" id="{F1C2826F-A56F-4F4A-83D7-0EE5047B66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50" charset="-128"/>
                  </a:defRPr>
                </a:lvl9pPr>
              </a:lstStyle>
              <a:p>
                <a:pPr eaLnBrk="1" hangingPunct="1"/>
                <a:endParaRPr kumimoji="0" lang="ja-JP" altLang="en-US" sz="2400">
                  <a:latin typeface="Times New Roman" panose="02020603050405020304" pitchFamily="18" charset="0"/>
                </a:endParaRPr>
              </a:p>
            </p:txBody>
          </p:sp>
        </p:grpSp>
      </p:grpSp>
      <p:sp>
        <p:nvSpPr>
          <p:cNvPr id="95251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95252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662E3F0C-DAF0-4491-BE00-ED976388A8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D92DBF9-0537-45DD-B2C9-A4387960BD63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A7EC92CD-8688-4DFF-AB93-CF5176A9AA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5A658327-4752-4854-B60B-B6F9197A73F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F86C666-BD8C-4F5E-B84B-A320795C7124}" type="slidenum">
              <a:rPr lang="ja-JP" altLang="en-US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016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82907BA-1326-4AD2-B8AE-FF0C79CA580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3490567-C257-4C61-855F-2F1A6669CD6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3D30108-54EA-4C99-AF57-70A812D0AC64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46764762-C076-439E-8275-34E5CA37311A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4FEF9E-4E7C-4877-8616-E9F79C918112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95547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E632FF7-1ED1-432F-A1BE-16DD56D55CC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C84DF9C5-305E-435E-9214-0A2D3AFF3A3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E988B56-9B21-4EB6-B4EB-B44419AD84E6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D922957B-55CF-43EA-BD81-C05F4097BD09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6C6F22-5C52-4FDD-9003-6D7F05C61F0F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236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72AE212-6545-4C66-AFB4-113BBCD2E98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7364C5F-763A-40A0-A75D-AE879DAC5D6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E7E797-D224-4BA2-8558-A06F2CF5FCBB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D79A6EB8-9FCD-430A-B986-9BCF6C4F5AD4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825359-A417-4DD7-B00D-746507CEC39D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85217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3404D54-261E-43B9-B536-D2491C571C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39ABADE-B640-468E-8CA7-B25D7A7BF06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04799FE-1DC9-4FB2-A72F-9BF43CCC2CC5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9" name="Rectangle 16">
            <a:extLst>
              <a:ext uri="{FF2B5EF4-FFF2-40B4-BE49-F238E27FC236}">
                <a16:creationId xmlns:a16="http://schemas.microsoft.com/office/drawing/2014/main" id="{D3B4AF81-3132-43AD-BFD4-B8F7FDB29336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CF909F-560A-475F-81DF-3EEA9FCDCCF3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4083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098EC1-10F0-4BDC-A263-6F14B39CA85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96EDD9-E4FC-41D8-BF56-E49F855454B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83F1B9A-84F4-4FDC-879B-08FD8B94F465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DA775DFF-59FB-4EBB-886A-4D4B7473B9C9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5D6A4C-6654-4682-A8FA-48C59F35A11F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5427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8884040-F301-412E-B31F-A71219843EB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15E6611-A9A7-4381-9C3A-57A32EECC14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B721C5B-B3F9-4EF9-8CE0-FDE080524F4F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59C9C090-4A6B-4D7C-B1F7-96DD33FE4906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FAFF11-1E76-43EE-B6CE-76139A8C08AD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372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712C0DE-B5FF-4250-8989-95E0C9B2447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555AFC4-CAB7-4750-988C-D50DAF0BB72E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4DAF774-D87C-40EA-9F39-6CAE8F424A0E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92FB7A5B-86BA-4C5A-A733-707155DD6124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FF8053-BCDD-472A-8665-4B0853D18195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59104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図を追加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F793CC0-779C-4581-8F57-52C9AC82076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E6AEFDC-1E55-4586-A43E-710F6DE6299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4D9E8F3-C373-46CA-BAB3-CBFB3D01635B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64165FC3-B77E-4F0E-9107-52EC789CDE11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6AA2BB-EC74-45D6-8AA2-A3E01F01BC87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76197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F56E84D-A755-4B50-BE4D-5F5E963F154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82DF6C2-A9FF-464A-A4B3-34A49BC306B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52064D-CFEF-46EB-A653-DEB6FE2BDCAC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8B59FE60-287F-4FF6-80BC-C572FB5A6755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7C1E3B-7436-4A26-857D-FC008B2AB050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55776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3F59011-C6A7-4188-85FE-36F4808A6D0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D8A3BB2-B637-41EF-80B0-2554173B42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499090D-5073-401A-943C-8F1081734C41}" type="slidenum">
              <a:rPr lang="ja-JP" altLang="en-US"/>
              <a:pPr/>
              <a:t>‹#›</a:t>
            </a:fld>
            <a:endParaRPr lang="ja-JP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5AF7C147-C635-4EE7-B5F8-B84A0E568921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A8AA850-076A-404C-A3D2-52BEFE9A55C5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36077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>
            <a:extLst>
              <a:ext uri="{FF2B5EF4-FFF2-40B4-BE49-F238E27FC236}">
                <a16:creationId xmlns:a16="http://schemas.microsoft.com/office/drawing/2014/main" id="{23D28303-C158-429D-9EAA-ADAD2F0F5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1" sz="1200">
                <a:latin typeface="+mn-lt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4211" name="Rectangle 3">
            <a:extLst>
              <a:ext uri="{FF2B5EF4-FFF2-40B4-BE49-F238E27FC236}">
                <a16:creationId xmlns:a16="http://schemas.microsoft.com/office/drawing/2014/main" id="{DBDB4E99-5FF5-4036-9EFD-C3FF0CAFE84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 Black" panose="020B0A04020102020204" pitchFamily="34" charset="0"/>
              </a:defRPr>
            </a:lvl1pPr>
          </a:lstStyle>
          <a:p>
            <a:fld id="{93A38238-8899-454C-BEF6-9E7EDC466979}" type="slidenum">
              <a:rPr lang="ja-JP" altLang="en-US"/>
              <a:pPr/>
              <a:t>‹#›</a:t>
            </a:fld>
            <a:endParaRPr lang="ja-JP" altLang="en-US"/>
          </a:p>
        </p:txBody>
      </p:sp>
      <p:grpSp>
        <p:nvGrpSpPr>
          <p:cNvPr id="1028" name="Group 4">
            <a:extLst>
              <a:ext uri="{FF2B5EF4-FFF2-40B4-BE49-F238E27FC236}">
                <a16:creationId xmlns:a16="http://schemas.microsoft.com/office/drawing/2014/main" id="{F0152296-0767-433C-8E13-8AF28E86591D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2" name="Rectangle 5">
              <a:extLst>
                <a:ext uri="{FF2B5EF4-FFF2-40B4-BE49-F238E27FC236}">
                  <a16:creationId xmlns:a16="http://schemas.microsoft.com/office/drawing/2014/main" id="{5D0B1D93-E37F-4E40-8165-74F61C6F0D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algn="ctr" eaLnBrk="1" hangingPunct="1"/>
              <a:endParaRPr kumimoji="0" lang="ja-JP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3" name="Rectangle 6">
              <a:extLst>
                <a:ext uri="{FF2B5EF4-FFF2-40B4-BE49-F238E27FC236}">
                  <a16:creationId xmlns:a16="http://schemas.microsoft.com/office/drawing/2014/main" id="{7CBF8ED9-3B2D-48A0-AC3E-3A873BB038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7">
              <a:extLst>
                <a:ext uri="{FF2B5EF4-FFF2-40B4-BE49-F238E27FC236}">
                  <a16:creationId xmlns:a16="http://schemas.microsoft.com/office/drawing/2014/main" id="{D9266F8B-425A-4B88-9B71-526AE55437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hlink"/>
                </a:solidFill>
              </a:endParaRPr>
            </a:p>
          </p:txBody>
        </p:sp>
        <p:sp>
          <p:nvSpPr>
            <p:cNvPr id="1035" name="Rectangle 8">
              <a:extLst>
                <a:ext uri="{FF2B5EF4-FFF2-40B4-BE49-F238E27FC236}">
                  <a16:creationId xmlns:a16="http://schemas.microsoft.com/office/drawing/2014/main" id="{5E2194A5-07F4-48F0-B18F-8834FFADFA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hlink"/>
                </a:solidFill>
              </a:endParaRPr>
            </a:p>
          </p:txBody>
        </p:sp>
        <p:sp>
          <p:nvSpPr>
            <p:cNvPr id="1036" name="Rectangle 9">
              <a:extLst>
                <a:ext uri="{FF2B5EF4-FFF2-40B4-BE49-F238E27FC236}">
                  <a16:creationId xmlns:a16="http://schemas.microsoft.com/office/drawing/2014/main" id="{37A6D005-350F-4235-9305-3415EC34A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accent2"/>
                </a:solidFill>
              </a:endParaRPr>
            </a:p>
          </p:txBody>
        </p:sp>
        <p:sp>
          <p:nvSpPr>
            <p:cNvPr id="1037" name="Rectangle 10">
              <a:extLst>
                <a:ext uri="{FF2B5EF4-FFF2-40B4-BE49-F238E27FC236}">
                  <a16:creationId xmlns:a16="http://schemas.microsoft.com/office/drawing/2014/main" id="{24E9C19F-D57B-4366-BD6A-749641A820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hlink"/>
                </a:solidFill>
              </a:endParaRPr>
            </a:p>
          </p:txBody>
        </p:sp>
        <p:sp>
          <p:nvSpPr>
            <p:cNvPr id="1038" name="Rectangle 11">
              <a:extLst>
                <a:ext uri="{FF2B5EF4-FFF2-40B4-BE49-F238E27FC236}">
                  <a16:creationId xmlns:a16="http://schemas.microsoft.com/office/drawing/2014/main" id="{139A5263-3F1C-4B7D-ABC4-3FE5E7B2D3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9" name="Rectangle 12">
              <a:extLst>
                <a:ext uri="{FF2B5EF4-FFF2-40B4-BE49-F238E27FC236}">
                  <a16:creationId xmlns:a16="http://schemas.microsoft.com/office/drawing/2014/main" id="{04F744D5-AEF4-4DF4-B93F-31C7DFBC4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accent2"/>
                </a:solidFill>
              </a:endParaRPr>
            </a:p>
          </p:txBody>
        </p:sp>
        <p:sp>
          <p:nvSpPr>
            <p:cNvPr id="1040" name="Rectangle 13">
              <a:extLst>
                <a:ext uri="{FF2B5EF4-FFF2-40B4-BE49-F238E27FC236}">
                  <a16:creationId xmlns:a16="http://schemas.microsoft.com/office/drawing/2014/main" id="{EBCFECCF-84FC-41DB-9581-0578AD8D75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50" charset="-128"/>
                </a:defRPr>
              </a:lvl9pPr>
            </a:lstStyle>
            <a:p>
              <a:pPr eaLnBrk="1" hangingPunct="1"/>
              <a:endParaRPr kumimoji="0" lang="ja-JP" alt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1029" name="Rectangle 14">
            <a:extLst>
              <a:ext uri="{FF2B5EF4-FFF2-40B4-BE49-F238E27FC236}">
                <a16:creationId xmlns:a16="http://schemas.microsoft.com/office/drawing/2014/main" id="{5E04E845-DF1E-497C-BBE3-6736603DD8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30" name="Rectangle 15">
            <a:extLst>
              <a:ext uri="{FF2B5EF4-FFF2-40B4-BE49-F238E27FC236}">
                <a16:creationId xmlns:a16="http://schemas.microsoft.com/office/drawing/2014/main" id="{2FC30A8A-686C-467E-BF4B-EA606F3A89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94224" name="Rectangle 16">
            <a:extLst>
              <a:ext uri="{FF2B5EF4-FFF2-40B4-BE49-F238E27FC236}">
                <a16:creationId xmlns:a16="http://schemas.microsoft.com/office/drawing/2014/main" id="{BF17F43F-794B-42E6-B81D-EA8F3EB95E3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fontAlgn="auto">
              <a:spcBef>
                <a:spcPts val="0"/>
              </a:spcBef>
              <a:spcAft>
                <a:spcPts val="0"/>
              </a:spcAft>
              <a:defRPr kumimoji="1" sz="1200">
                <a:latin typeface="+mn-lt"/>
                <a:ea typeface="ＭＳ Ｐゴシック" pitchFamily="50" charset="-128"/>
              </a:defRPr>
            </a:lvl1pPr>
          </a:lstStyle>
          <a:p>
            <a:pPr>
              <a:defRPr/>
            </a:pPr>
            <a:fld id="{09804DA2-85BF-4828-8296-8AE79E375389}" type="datetimeFigureOut">
              <a:rPr lang="ja-JP" altLang="en-US"/>
              <a:pPr>
                <a:defRPr/>
              </a:pPr>
              <a:t>2017/9/14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absolutearea.blogspot.jp/2012/09/windows-64bit-ffmpeg.html" TargetMode="External"/><Relationship Id="rId2" Type="http://schemas.openxmlformats.org/officeDocument/2006/relationships/hyperlink" Target="http://qiita.com/Aruneko/items/373ed7d135b6f686dbd9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nantonaku-shiawase.hatenablog.com/entry/2013/04/25/00305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ACB69-0C3B-41C4-B9A5-67BCA74CD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4202" y="1828800"/>
            <a:ext cx="6249798" cy="2209800"/>
          </a:xfrm>
        </p:spPr>
        <p:txBody>
          <a:bodyPr>
            <a:normAutofit fontScale="90000"/>
          </a:bodyPr>
          <a:lstStyle/>
          <a:p>
            <a:r>
              <a:rPr kumimoji="1" lang="en-US" altLang="ja-JP" sz="48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Simutrans </a:t>
            </a:r>
            <a:r>
              <a:rPr kumimoji="1" lang="ja-JP" altLang="en-US" sz="48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を </a:t>
            </a:r>
            <a:r>
              <a:rPr kumimoji="1" lang="en-US" altLang="ja-JP" sz="48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Windows Subsystem for Linux</a:t>
            </a:r>
            <a:r>
              <a:rPr kumimoji="1" lang="ja-JP" altLang="en-US" sz="48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でコンパイル</a:t>
            </a:r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6D0B55F3-5781-45EE-BD5D-D8EBD14940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9201" y="5391325"/>
            <a:ext cx="6019800" cy="1319868"/>
          </a:xfrm>
        </p:spPr>
        <p:txBody>
          <a:bodyPr/>
          <a:lstStyle/>
          <a:p>
            <a:r>
              <a:rPr kumimoji="1" lang="en-US" altLang="ja-JP" dirty="0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#</a:t>
            </a:r>
            <a:r>
              <a:rPr kumimoji="1" lang="en-US" altLang="ja-JP" dirty="0" err="1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SIMU_on_WSL</a:t>
            </a:r>
            <a:endParaRPr kumimoji="1" lang="en-US" altLang="ja-JP" dirty="0">
              <a:latin typeface="HGｺﾞｼｯｸM" panose="020B0609000000000000" pitchFamily="49" charset="-128"/>
              <a:ea typeface="HGｺﾞｼｯｸM" panose="020B0609000000000000" pitchFamily="49" charset="-128"/>
            </a:endParaRPr>
          </a:p>
          <a:p>
            <a:r>
              <a:rPr kumimoji="1" lang="ja-JP" altLang="en-US" dirty="0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制作者：廉</a:t>
            </a:r>
            <a:r>
              <a:rPr kumimoji="1" lang="en-US" altLang="ja-JP" dirty="0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(@</a:t>
            </a:r>
            <a:r>
              <a:rPr kumimoji="1" lang="en-US" altLang="ja-JP" dirty="0" err="1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osukoke</a:t>
            </a:r>
            <a:r>
              <a:rPr kumimoji="1" lang="en-US" altLang="ja-JP" dirty="0">
                <a:latin typeface="HGｺﾞｼｯｸM" panose="020B0609000000000000" pitchFamily="49" charset="-128"/>
                <a:ea typeface="HGｺﾞｼｯｸM" panose="020B0609000000000000" pitchFamily="49" charset="-128"/>
              </a:rPr>
              <a:t>)</a:t>
            </a:r>
            <a:endParaRPr kumimoji="1" lang="ja-JP" altLang="en-US" dirty="0">
              <a:latin typeface="HGｺﾞｼｯｸM" panose="020B0609000000000000" pitchFamily="49" charset="-128"/>
              <a:ea typeface="HGｺﾞｼｯｸM" panose="020B0609000000000000" pitchFamily="49" charset="-128"/>
            </a:endParaRPr>
          </a:p>
        </p:txBody>
      </p:sp>
      <p:sp>
        <p:nvSpPr>
          <p:cNvPr id="4" name="サブタイトル 2">
            <a:extLst>
              <a:ext uri="{FF2B5EF4-FFF2-40B4-BE49-F238E27FC236}">
                <a16:creationId xmlns:a16="http://schemas.microsoft.com/office/drawing/2014/main" id="{0946C89F-3E48-4DFD-A305-C55E6F4B54BD}"/>
              </a:ext>
            </a:extLst>
          </p:cNvPr>
          <p:cNvSpPr txBox="1">
            <a:spLocks/>
          </p:cNvSpPr>
          <p:nvPr/>
        </p:nvSpPr>
        <p:spPr bwMode="auto">
          <a:xfrm>
            <a:off x="3009201" y="4218263"/>
            <a:ext cx="6019800" cy="6221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None/>
              <a:defRPr kumimoji="1" sz="3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algn="r"/>
            <a:r>
              <a:rPr lang="en-US" altLang="ja-JP" kern="0" dirty="0">
                <a:latin typeface="HG丸ｺﾞｼｯｸM-PRO" panose="020F0600000000000000" pitchFamily="50" charset="-128"/>
                <a:ea typeface="HG丸ｺﾞｼｯｸM-PRO" panose="020F0600000000000000" pitchFamily="50" charset="-128"/>
              </a:rPr>
              <a:t>Ver.2</a:t>
            </a:r>
            <a:endParaRPr lang="ja-JP" altLang="en-US" kern="0" dirty="0">
              <a:latin typeface="HG丸ｺﾞｼｯｸM-PRO" panose="020F0600000000000000" pitchFamily="50" charset="-128"/>
              <a:ea typeface="HG丸ｺﾞｼｯｸM-PRO" panose="020F06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215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110BEF-5B7E-4B64-BBB3-CCA624E55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まず結論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92E6F1-5058-4375-A1C9-12D5F71B7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98600"/>
            <a:ext cx="8229600" cy="4000500"/>
          </a:xfrm>
        </p:spPr>
        <p:txBody>
          <a:bodyPr/>
          <a:lstStyle/>
          <a:p>
            <a:r>
              <a:rPr kumimoji="1" lang="en-US" altLang="ja-JP" dirty="0"/>
              <a:t>Arch Linux</a:t>
            </a:r>
            <a:r>
              <a:rPr kumimoji="1" lang="ja-JP" altLang="en-US" dirty="0"/>
              <a:t>の</a:t>
            </a:r>
            <a:r>
              <a:rPr kumimoji="1" lang="en-US" altLang="ja-JP" dirty="0"/>
              <a:t>base-</a:t>
            </a:r>
            <a:r>
              <a:rPr kumimoji="1" lang="en-US" altLang="ja-JP" dirty="0" err="1"/>
              <a:t>devel</a:t>
            </a:r>
            <a:r>
              <a:rPr kumimoji="1" lang="ja-JP" altLang="en-US" dirty="0"/>
              <a:t>の中身と、</a:t>
            </a:r>
            <a:r>
              <a:rPr kumimoji="1" lang="en-US" altLang="ja-JP" dirty="0" err="1"/>
              <a:t>nsis</a:t>
            </a:r>
            <a:r>
              <a:rPr kumimoji="1" lang="ja-JP" altLang="en-US" dirty="0"/>
              <a:t>と</a:t>
            </a:r>
            <a:br>
              <a:rPr kumimoji="1" lang="en-US" altLang="ja-JP" dirty="0"/>
            </a:br>
            <a:r>
              <a:rPr kumimoji="1" lang="en-US" altLang="ja-JP" dirty="0"/>
              <a:t>mingw-w64</a:t>
            </a:r>
            <a:r>
              <a:rPr kumimoji="1" lang="ja-JP" altLang="en-US" dirty="0"/>
              <a:t>系を</a:t>
            </a:r>
            <a:r>
              <a:rPr kumimoji="1" lang="en-US" altLang="ja-JP" dirty="0"/>
              <a:t>apt</a:t>
            </a:r>
            <a:r>
              <a:rPr kumimoji="1" lang="ja-JP" altLang="en-US" dirty="0"/>
              <a:t>で導入</a:t>
            </a:r>
            <a:endParaRPr kumimoji="1" lang="en-US" altLang="ja-JP" dirty="0"/>
          </a:p>
          <a:p>
            <a:r>
              <a:rPr lang="en-US" altLang="ja-JP" b="1" dirty="0">
                <a:solidFill>
                  <a:srgbClr val="FF0000"/>
                </a:solidFill>
              </a:rPr>
              <a:t>bzip2</a:t>
            </a:r>
            <a:r>
              <a:rPr lang="ja-JP" altLang="en-US" b="1" dirty="0"/>
              <a:t>と</a:t>
            </a:r>
            <a:r>
              <a:rPr lang="en-US" altLang="ja-JP" b="1" dirty="0" err="1">
                <a:solidFill>
                  <a:srgbClr val="FF0000"/>
                </a:solidFill>
              </a:rPr>
              <a:t>zlib</a:t>
            </a:r>
            <a:r>
              <a:rPr lang="ja-JP" altLang="en-US" b="1" dirty="0"/>
              <a:t>を</a:t>
            </a:r>
            <a:br>
              <a:rPr lang="en-US" altLang="ja-JP" b="1" dirty="0">
                <a:solidFill>
                  <a:srgbClr val="FF0000"/>
                </a:solidFill>
              </a:rPr>
            </a:br>
            <a:r>
              <a:rPr lang="en-US" altLang="ja-JP" b="1" dirty="0">
                <a:solidFill>
                  <a:srgbClr val="FF0000"/>
                </a:solidFill>
              </a:rPr>
              <a:t>Linux(Ubuntu)</a:t>
            </a:r>
            <a:r>
              <a:rPr lang="ja-JP" altLang="en-US" b="1" dirty="0">
                <a:solidFill>
                  <a:srgbClr val="FF0000"/>
                </a:solidFill>
              </a:rPr>
              <a:t>の</a:t>
            </a:r>
            <a:r>
              <a:rPr lang="en-US" altLang="ja-JP" b="1" dirty="0" err="1">
                <a:solidFill>
                  <a:srgbClr val="FF0000"/>
                </a:solidFill>
              </a:rPr>
              <a:t>mingw</a:t>
            </a:r>
            <a:r>
              <a:rPr lang="ja-JP" altLang="en-US" b="1" dirty="0">
                <a:solidFill>
                  <a:srgbClr val="FF0000"/>
                </a:solidFill>
              </a:rPr>
              <a:t>用</a:t>
            </a:r>
            <a:r>
              <a:rPr lang="ja-JP" altLang="en-US" b="1" dirty="0"/>
              <a:t>に作成して導入</a:t>
            </a:r>
            <a:endParaRPr lang="en-US" altLang="ja-JP" b="1" dirty="0"/>
          </a:p>
          <a:p>
            <a:r>
              <a:rPr kumimoji="1" lang="ja-JP" altLang="en-US" dirty="0">
                <a:solidFill>
                  <a:srgbClr val="FF0000"/>
                </a:solidFill>
              </a:rPr>
              <a:t>開発版</a:t>
            </a:r>
            <a:r>
              <a:rPr kumimoji="1" lang="en-US" altLang="ja-JP" dirty="0">
                <a:solidFill>
                  <a:srgbClr val="FF0000"/>
                </a:solidFill>
              </a:rPr>
              <a:t>Simutrans</a:t>
            </a:r>
            <a:r>
              <a:rPr kumimoji="1" lang="ja-JP" altLang="en-US" dirty="0"/>
              <a:t>を</a:t>
            </a:r>
            <a:r>
              <a:rPr kumimoji="1" lang="en-US" altLang="ja-JP" dirty="0"/>
              <a:t>git clone</a:t>
            </a:r>
          </a:p>
          <a:p>
            <a:r>
              <a:rPr lang="en-US" altLang="ja-JP" dirty="0"/>
              <a:t>Linux</a:t>
            </a:r>
            <a:r>
              <a:rPr lang="ja-JP" altLang="en-US" dirty="0"/>
              <a:t>用のコンパイル資料元に編集し</a:t>
            </a:r>
            <a:r>
              <a:rPr lang="en-US" altLang="ja-JP" dirty="0"/>
              <a:t>make</a:t>
            </a:r>
          </a:p>
          <a:p>
            <a:r>
              <a:rPr kumimoji="1" lang="en-US" altLang="ja-JP" b="1" dirty="0">
                <a:solidFill>
                  <a:srgbClr val="FF0000"/>
                </a:solidFill>
              </a:rPr>
              <a:t>configure.sh</a:t>
            </a:r>
            <a:r>
              <a:rPr kumimoji="1" lang="ja-JP" altLang="en-US" dirty="0"/>
              <a:t>を実行し、パッケージング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C3D69B-44D2-4A8D-AEA7-476072EC5A5D}"/>
              </a:ext>
            </a:extLst>
          </p:cNvPr>
          <p:cNvSpPr txBox="1"/>
          <p:nvPr/>
        </p:nvSpPr>
        <p:spPr>
          <a:xfrm>
            <a:off x="457200" y="5867400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i="1" dirty="0"/>
              <a:t>次ページ以降：経緯と過程</a:t>
            </a:r>
          </a:p>
        </p:txBody>
      </p:sp>
    </p:spTree>
    <p:extLst>
      <p:ext uri="{BB962C8B-B14F-4D97-AF65-F5344CB8AC3E}">
        <p14:creationId xmlns:p14="http://schemas.microsoft.com/office/powerpoint/2010/main" val="244120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AEFCA4-85BF-4A5B-82D6-529554EB3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動機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7F5DCCE-541C-4E29-B0A6-8D4446CA3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>
                <a:ea typeface="ＭＳ ゴシック" panose="020B0609070205080204" pitchFamily="49" charset="-128"/>
              </a:rPr>
              <a:t>Simutrans</a:t>
            </a: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本体開発指南を読んで思った</a:t>
            </a:r>
            <a:b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</a:b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「</a:t>
            </a:r>
            <a:r>
              <a:rPr lang="en-US" altLang="ja-JP" dirty="0">
                <a:ea typeface="ＭＳ ゴシック" panose="020B0609070205080204" pitchFamily="49" charset="-128"/>
              </a:rPr>
              <a:t>BUW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でもできるんじゃ？」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lvl="1"/>
            <a:r>
              <a:rPr kumimoji="1" lang="en-US" altLang="ja-JP" i="1" dirty="0">
                <a:ea typeface="ＭＳ ゴシック" panose="020B0609070205080204" pitchFamily="49" charset="-128"/>
              </a:rPr>
              <a:t>BUW(Bash on Ubuntu on Windows)</a:t>
            </a:r>
            <a:br>
              <a:rPr kumimoji="1" lang="en-US" altLang="ja-JP" i="1" dirty="0">
                <a:ea typeface="ＭＳ ゴシック" panose="020B0609070205080204" pitchFamily="49" charset="-128"/>
              </a:rPr>
            </a:b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正式には</a:t>
            </a:r>
            <a:r>
              <a:rPr kumimoji="1" lang="en-US" altLang="ja-JP" dirty="0">
                <a:ea typeface="ＭＳ ゴシック" panose="020B0609070205080204" pitchFamily="49" charset="-128"/>
              </a:rPr>
              <a:t>Windows Subsystem for Linux</a:t>
            </a:r>
          </a:p>
          <a:p>
            <a:pPr lvl="2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以後</a:t>
            </a:r>
            <a:r>
              <a:rPr lang="en-US" altLang="ja-JP" dirty="0">
                <a:ea typeface="ＭＳ ゴシック" panose="020B0609070205080204" pitchFamily="49" charset="-128"/>
              </a:rPr>
              <a:t>BUW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と表記（長いので）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3206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02FE90-A9D9-45F9-A733-4217D665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最初にやったこと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771632-223C-4763-8334-027F4CDB0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62100"/>
            <a:ext cx="8229600" cy="4305300"/>
          </a:xfrm>
        </p:spPr>
        <p:txBody>
          <a:bodyPr/>
          <a:lstStyle/>
          <a:p>
            <a:r>
              <a:rPr kumimoji="1" lang="ja-JP" altLang="en-US" dirty="0"/>
              <a:t>開発指南に書かれているソフト等を導入</a:t>
            </a:r>
            <a:endParaRPr kumimoji="1" lang="en-US" altLang="ja-JP" dirty="0"/>
          </a:p>
          <a:p>
            <a:pPr lvl="1"/>
            <a:r>
              <a:rPr lang="en-US" altLang="ja-JP" dirty="0"/>
              <a:t>SDL2</a:t>
            </a:r>
            <a:r>
              <a:rPr lang="ja-JP" altLang="en-US" dirty="0"/>
              <a:t>や</a:t>
            </a:r>
            <a:r>
              <a:rPr lang="en-US" altLang="ja-JP" dirty="0" err="1"/>
              <a:t>SDL_mixier</a:t>
            </a:r>
            <a:r>
              <a:rPr lang="ja-JP" altLang="en-US"/>
              <a:t>等</a:t>
            </a:r>
            <a:endParaRPr kumimoji="1" lang="en-US" altLang="ja-JP" dirty="0"/>
          </a:p>
          <a:p>
            <a:r>
              <a:rPr lang="en-US" altLang="ja-JP" dirty="0" err="1"/>
              <a:t>Config.default</a:t>
            </a:r>
            <a:r>
              <a:rPr lang="ja-JP" altLang="en-US" dirty="0"/>
              <a:t>を作成</a:t>
            </a:r>
            <a:endParaRPr lang="en-US" altLang="ja-JP" dirty="0"/>
          </a:p>
          <a:p>
            <a:r>
              <a:rPr kumimoji="1" lang="en-US" altLang="ja-JP" dirty="0"/>
              <a:t>make</a:t>
            </a:r>
            <a:r>
              <a:rPr kumimoji="1" lang="ja-JP" altLang="en-US" dirty="0"/>
              <a:t>コマンド実行</a:t>
            </a:r>
            <a:endParaRPr kumimoji="1" lang="en-US" altLang="ja-JP" dirty="0"/>
          </a:p>
          <a:p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 dirty="0"/>
              <a:t>ダメだった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sz="2400" dirty="0"/>
              <a:t>（</a:t>
            </a:r>
            <a:r>
              <a:rPr lang="en-US" altLang="ja-JP" sz="2400" dirty="0"/>
              <a:t>NG</a:t>
            </a:r>
            <a:r>
              <a:rPr lang="ja-JP" altLang="en-US" sz="2400" dirty="0"/>
              <a:t>になるとは思わず、メモをしていないため詳細は不明）</a:t>
            </a:r>
            <a:endParaRPr kumimoji="1" lang="ja-JP" altLang="en-US" dirty="0"/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EED497E4-B1C0-4046-8BE0-29DE9E4BB740}"/>
              </a:ext>
            </a:extLst>
          </p:cNvPr>
          <p:cNvSpPr/>
          <p:nvPr/>
        </p:nvSpPr>
        <p:spPr>
          <a:xfrm>
            <a:off x="4382219" y="3761117"/>
            <a:ext cx="379562" cy="6383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964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572B73-33F3-47A8-8486-6B48D4C3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次にやったこと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F48C2C-3B29-4183-8024-9640BAA6A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err="1"/>
              <a:t>mingw</a:t>
            </a:r>
            <a:r>
              <a:rPr kumimoji="1" lang="ja-JP" altLang="en-US" dirty="0"/>
              <a:t>系ツールを</a:t>
            </a:r>
            <a:r>
              <a:rPr kumimoji="1" lang="en-US" altLang="ja-JP" dirty="0"/>
              <a:t>BUW</a:t>
            </a:r>
            <a:r>
              <a:rPr kumimoji="1" lang="ja-JP" altLang="en-US" dirty="0"/>
              <a:t>に導入</a:t>
            </a:r>
            <a:endParaRPr kumimoji="1" lang="en-US" altLang="ja-JP" dirty="0"/>
          </a:p>
          <a:p>
            <a:r>
              <a:rPr lang="en-US" altLang="ja-JP" dirty="0"/>
              <a:t>./configure.sh </a:t>
            </a:r>
            <a:r>
              <a:rPr lang="ja-JP" altLang="en-US" dirty="0"/>
              <a:t>を実行</a:t>
            </a:r>
            <a:endParaRPr lang="en-US" altLang="ja-JP" dirty="0"/>
          </a:p>
          <a:p>
            <a:pPr lvl="1"/>
            <a:r>
              <a:rPr kumimoji="1" lang="ja-JP" altLang="en-US" dirty="0"/>
              <a:t>オプションで</a:t>
            </a:r>
            <a:r>
              <a:rPr kumimoji="1" lang="en-US" altLang="ja-JP" dirty="0" err="1"/>
              <a:t>mingw</a:t>
            </a:r>
            <a:r>
              <a:rPr kumimoji="1" lang="ja-JP" altLang="en-US" dirty="0"/>
              <a:t>を明示</a:t>
            </a:r>
            <a:br>
              <a:rPr kumimoji="1" lang="en-US" altLang="ja-JP" dirty="0"/>
            </a:br>
            <a:r>
              <a:rPr kumimoji="1" lang="en-US" altLang="ja-JP" dirty="0"/>
              <a:t>--host=x86_64-w64-mingw32</a:t>
            </a:r>
          </a:p>
          <a:p>
            <a:r>
              <a:rPr kumimoji="1" lang="ja-JP" altLang="en-US" dirty="0"/>
              <a:t>クリアしたため、</a:t>
            </a:r>
            <a:r>
              <a:rPr kumimoji="1" lang="en-US" altLang="ja-JP" dirty="0"/>
              <a:t>make</a:t>
            </a:r>
            <a:r>
              <a:rPr kumimoji="1" lang="ja-JP" altLang="en-US" dirty="0"/>
              <a:t>実行</a:t>
            </a:r>
            <a:endParaRPr kumimoji="1" lang="en-US" altLang="ja-JP" dirty="0"/>
          </a:p>
          <a:p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 dirty="0"/>
              <a:t>ダメだった</a:t>
            </a:r>
            <a:endParaRPr kumimoji="1" lang="en-US" altLang="ja-JP" dirty="0"/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4B6FAC06-1A25-4353-BDF9-F63A107BB031}"/>
              </a:ext>
            </a:extLst>
          </p:cNvPr>
          <p:cNvSpPr/>
          <p:nvPr/>
        </p:nvSpPr>
        <p:spPr>
          <a:xfrm>
            <a:off x="4304581" y="4641013"/>
            <a:ext cx="534838" cy="6556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9047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3402ED-AE7C-439A-9D32-648A34599206}"/>
              </a:ext>
            </a:extLst>
          </p:cNvPr>
          <p:cNvSpPr txBox="1"/>
          <p:nvPr/>
        </p:nvSpPr>
        <p:spPr>
          <a:xfrm>
            <a:off x="272044" y="845639"/>
            <a:ext cx="8574657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「ダメ」の内容</a:t>
            </a:r>
            <a:endParaRPr kumimoji="1"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3200" dirty="0"/>
              <a:t>＊＊＊</a:t>
            </a:r>
            <a:r>
              <a:rPr kumimoji="1" lang="en-US" altLang="ja-JP" sz="3200" dirty="0"/>
              <a:t>.h</a:t>
            </a:r>
            <a:r>
              <a:rPr kumimoji="1" lang="ja-JP" altLang="en-US" sz="3200" dirty="0"/>
              <a:t>が無い</a:t>
            </a:r>
            <a:endParaRPr kumimoji="1"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3200" dirty="0"/>
              <a:t>＊＊＊</a:t>
            </a:r>
            <a:r>
              <a:rPr kumimoji="1" lang="en-US" altLang="ja-JP" sz="3200" dirty="0"/>
              <a:t>.</a:t>
            </a:r>
            <a:r>
              <a:rPr kumimoji="1" lang="en-US" altLang="ja-JP" sz="3200" dirty="0" err="1"/>
              <a:t>inf</a:t>
            </a:r>
            <a:r>
              <a:rPr kumimoji="1" lang="ja-JP" altLang="en-US" sz="3200" dirty="0"/>
              <a:t>が無い</a:t>
            </a:r>
            <a:endParaRPr kumimoji="1" lang="en-US" altLang="ja-JP" sz="3200" dirty="0"/>
          </a:p>
          <a:p>
            <a:endParaRPr lang="en-US" altLang="ja-JP" sz="3200" dirty="0"/>
          </a:p>
          <a:p>
            <a:r>
              <a:rPr kumimoji="1" lang="en-US" altLang="ja-JP" sz="3200" dirty="0" err="1"/>
              <a:t>gcc</a:t>
            </a:r>
            <a:r>
              <a:rPr kumimoji="1" lang="ja-JP" altLang="en-US" sz="3200" dirty="0"/>
              <a:t>ヘッダファイル群とおぼしきフォルダに</a:t>
            </a:r>
            <a:r>
              <a:rPr kumimoji="1" lang="en-US" altLang="ja-JP" sz="3200" dirty="0" err="1"/>
              <a:t>mingw</a:t>
            </a:r>
            <a:r>
              <a:rPr kumimoji="1" lang="ja-JP" altLang="en-US" sz="3200" dirty="0"/>
              <a:t>等のオリジナル</a:t>
            </a:r>
            <a:r>
              <a:rPr kumimoji="1" lang="en-US" altLang="ja-JP" sz="3200" dirty="0"/>
              <a:t>(?)</a:t>
            </a:r>
            <a:r>
              <a:rPr kumimoji="1" lang="ja-JP" altLang="en-US" sz="3200" dirty="0"/>
              <a:t>ヘッダファイル群をコピー</a:t>
            </a:r>
            <a:endParaRPr kumimoji="1" lang="en-US" altLang="ja-JP" sz="3200" dirty="0"/>
          </a:p>
          <a:p>
            <a:endParaRPr lang="en-US" altLang="ja-JP" sz="3200" dirty="0"/>
          </a:p>
          <a:p>
            <a:r>
              <a:rPr kumimoji="1" lang="ja-JP" altLang="en-US" sz="3200" dirty="0"/>
              <a:t>上記エラーは消えず</a:t>
            </a:r>
            <a:r>
              <a:rPr kumimoji="1" lang="en-US" altLang="ja-JP" sz="3200" dirty="0" err="1"/>
              <a:t>orz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873703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3601D9-06EA-4F69-8482-E1B63ACC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そもそも・・・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A5EF266-4FF4-4479-9C27-24832DB8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81200"/>
            <a:ext cx="8229600" cy="4660900"/>
          </a:xfrm>
        </p:spPr>
        <p:txBody>
          <a:bodyPr/>
          <a:lstStyle/>
          <a:p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BUW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は</a:t>
            </a:r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Windows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上で動く</a:t>
            </a:r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Linux(CUI/Ubuntu)</a:t>
            </a:r>
          </a:p>
          <a:p>
            <a:pPr lvl="1"/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更新等に</a:t>
            </a:r>
            <a:r>
              <a:rPr kumimoji="1"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apt</a:t>
            </a: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を使ってる</a:t>
            </a: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lvl="1"/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lvl="1"/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「</a:t>
            </a:r>
            <a:r>
              <a:rPr kumimoji="1"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Linux</a:t>
            </a: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の場合」のやり方ではとの指摘も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>
              <a:buNone/>
            </a:pP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>
              <a:buNone/>
            </a:pPr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lxrun.exe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で環境リセットして、</a:t>
            </a:r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 </a:t>
            </a:r>
          </a:p>
          <a:p>
            <a:pPr marL="0" indent="0">
              <a:buNone/>
            </a:pPr>
            <a:r>
              <a:rPr lang="en-US" altLang="ja-JP" dirty="0" err="1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Qiita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「</a:t>
            </a:r>
            <a:r>
              <a:rPr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Simutrans</a:t>
            </a: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をビルドしてみる」を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>
              <a:buNone/>
            </a:pP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参考に再挑戦することに</a:t>
            </a: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0912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A5C0A7-AF77-4F20-AA0D-1B3C4ED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再挑戦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E702C6-FF3F-4EEE-B050-ABCD8DCDD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81199"/>
            <a:ext cx="8229600" cy="4383505"/>
          </a:xfrm>
        </p:spPr>
        <p:txBody>
          <a:bodyPr/>
          <a:lstStyle/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apt-get install [</a:t>
            </a:r>
            <a:r>
              <a:rPr kumimoji="1" lang="ja-JP" altLang="en-US" dirty="0"/>
              <a:t>パッケージ名</a:t>
            </a:r>
            <a:r>
              <a:rPr kumimoji="1" lang="en-US" altLang="ja-JP" dirty="0"/>
              <a:t>]</a:t>
            </a:r>
            <a:r>
              <a:rPr kumimoji="1" lang="ja-JP" altLang="en-US" dirty="0"/>
              <a:t>で必要なパッケージをインストール</a:t>
            </a:r>
            <a:endParaRPr kumimoji="1" lang="en-US" altLang="ja-JP" dirty="0"/>
          </a:p>
          <a:p>
            <a:pPr lvl="1"/>
            <a:r>
              <a:rPr lang="en-US" altLang="ja-JP" dirty="0"/>
              <a:t>Arch Linux</a:t>
            </a:r>
            <a:r>
              <a:rPr lang="ja-JP" altLang="en-US" dirty="0"/>
              <a:t>の</a:t>
            </a:r>
            <a:r>
              <a:rPr lang="en-US" altLang="ja-JP" dirty="0"/>
              <a:t>base-</a:t>
            </a:r>
            <a:r>
              <a:rPr lang="en-US" altLang="ja-JP" dirty="0" err="1"/>
              <a:t>devel</a:t>
            </a:r>
            <a:r>
              <a:rPr lang="en-US" altLang="ja-JP" dirty="0"/>
              <a:t>(x86_64)</a:t>
            </a:r>
            <a:r>
              <a:rPr lang="ja-JP" altLang="en-US" dirty="0"/>
              <a:t>リスト参考に</a:t>
            </a:r>
            <a:endParaRPr lang="en-US" altLang="ja-JP" dirty="0"/>
          </a:p>
          <a:p>
            <a:pPr lvl="2"/>
            <a:r>
              <a:rPr kumimoji="1" lang="ja-JP" altLang="en-US" dirty="0"/>
              <a:t>但し、</a:t>
            </a:r>
            <a:r>
              <a:rPr kumimoji="1" lang="en-US" altLang="ja-JP" dirty="0"/>
              <a:t>which</a:t>
            </a:r>
            <a:r>
              <a:rPr kumimoji="1" lang="ja-JP" altLang="en-US" dirty="0"/>
              <a:t>はエラーになる（標準で入ってる？）</a:t>
            </a:r>
            <a:endParaRPr kumimoji="1" lang="en-US" altLang="ja-JP" dirty="0"/>
          </a:p>
          <a:p>
            <a:r>
              <a:rPr lang="en-US" altLang="ja-JP" dirty="0" err="1"/>
              <a:t>wget</a:t>
            </a:r>
            <a:r>
              <a:rPr lang="ja-JP" altLang="en-US" dirty="0"/>
              <a:t>を用いてソースコードを</a:t>
            </a:r>
            <a:r>
              <a:rPr lang="en-US" altLang="ja-JP" dirty="0"/>
              <a:t>DL</a:t>
            </a:r>
          </a:p>
          <a:p>
            <a:pPr lvl="1"/>
            <a:r>
              <a:rPr kumimoji="1" lang="ja-JP" altLang="en-US" dirty="0"/>
              <a:t>以後</a:t>
            </a:r>
            <a:r>
              <a:rPr kumimoji="1" lang="en-US" altLang="ja-JP" dirty="0" err="1"/>
              <a:t>Qiita</a:t>
            </a:r>
            <a:r>
              <a:rPr kumimoji="1" lang="ja-JP" altLang="en-US" dirty="0"/>
              <a:t>の「</a:t>
            </a:r>
            <a:r>
              <a:rPr lang="en-US" altLang="ja-JP" dirty="0"/>
              <a:t>Simutrans</a:t>
            </a:r>
            <a:r>
              <a:rPr lang="ja-JP" altLang="en-US" dirty="0"/>
              <a:t>をビルドしてみる」</a:t>
            </a:r>
            <a:br>
              <a:rPr lang="en-US" altLang="ja-JP" dirty="0"/>
            </a:br>
            <a:r>
              <a:rPr lang="ja-JP" altLang="en-US" dirty="0"/>
              <a:t>参考にファイル編集する。</a:t>
            </a:r>
            <a:endParaRPr lang="en-US" altLang="ja-JP" dirty="0"/>
          </a:p>
          <a:p>
            <a:pPr lvl="2"/>
            <a:r>
              <a:rPr kumimoji="1" lang="en-US" altLang="ja-JP" dirty="0"/>
              <a:t>Linux</a:t>
            </a:r>
            <a:r>
              <a:rPr kumimoji="1" lang="ja-JP" altLang="en-US" dirty="0"/>
              <a:t>のため、「</a:t>
            </a:r>
            <a:r>
              <a:rPr lang="en-US" altLang="ja-JP" dirty="0"/>
              <a:t>WINDRES ?= </a:t>
            </a:r>
            <a:r>
              <a:rPr lang="en-US" altLang="ja-JP" dirty="0" err="1"/>
              <a:t>windres</a:t>
            </a:r>
            <a:r>
              <a:rPr lang="ja-JP" altLang="en-US" dirty="0"/>
              <a:t>」も書き換え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05738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6010AD-30D4-435A-A766-35773BD20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29389"/>
            <a:ext cx="8229600" cy="5922211"/>
          </a:xfrm>
        </p:spPr>
        <p:txBody>
          <a:bodyPr/>
          <a:lstStyle/>
          <a:p>
            <a:r>
              <a:rPr kumimoji="1" lang="en-US" altLang="ja-JP" dirty="0"/>
              <a:t>make</a:t>
            </a:r>
            <a:r>
              <a:rPr kumimoji="1" lang="ja-JP" altLang="en-US" dirty="0"/>
              <a:t>を実行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ヘッダファイルが無いとエラーになる</a:t>
            </a:r>
            <a:endParaRPr kumimoji="1" lang="en-US" altLang="ja-JP" dirty="0"/>
          </a:p>
          <a:p>
            <a:pPr lvl="2"/>
            <a:r>
              <a:rPr kumimoji="1" lang="en-US" altLang="ja-JP" dirty="0"/>
              <a:t>bzip2</a:t>
            </a:r>
            <a:r>
              <a:rPr kumimoji="1" lang="ja-JP" altLang="en-US" dirty="0" err="1"/>
              <a:t>、</a:t>
            </a:r>
            <a:r>
              <a:rPr kumimoji="1" lang="en-US" altLang="ja-JP" dirty="0" err="1"/>
              <a:t>zlib</a:t>
            </a:r>
            <a:r>
              <a:rPr kumimoji="1" lang="ja-JP" altLang="en-US" dirty="0"/>
              <a:t>公式サイトから最新版を</a:t>
            </a:r>
            <a:r>
              <a:rPr kumimoji="1" lang="en-US" altLang="ja-JP" dirty="0" err="1"/>
              <a:t>wget</a:t>
            </a:r>
            <a:r>
              <a:rPr kumimoji="1" lang="ja-JP" altLang="en-US" dirty="0"/>
              <a:t>で</a:t>
            </a:r>
            <a:r>
              <a:rPr kumimoji="1" lang="en-US" altLang="ja-JP" dirty="0"/>
              <a:t>DL</a:t>
            </a:r>
          </a:p>
          <a:p>
            <a:r>
              <a:rPr kumimoji="1" lang="ja-JP" altLang="en-US" dirty="0"/>
              <a:t>クロスコンパイル用に編集＞</a:t>
            </a:r>
            <a:r>
              <a:rPr kumimoji="1" lang="en-US" altLang="ja-JP" dirty="0"/>
              <a:t>make</a:t>
            </a:r>
          </a:p>
          <a:p>
            <a:pPr lvl="1"/>
            <a:r>
              <a:rPr kumimoji="1" lang="ja-JP" altLang="en-US" dirty="0"/>
              <a:t>変数を</a:t>
            </a:r>
            <a:r>
              <a:rPr kumimoji="1" lang="en-US" altLang="ja-JP" dirty="0" err="1"/>
              <a:t>mingw</a:t>
            </a:r>
            <a:r>
              <a:rPr kumimoji="1" lang="ja-JP" altLang="en-US" dirty="0"/>
              <a:t>用に編集して</a:t>
            </a:r>
            <a:r>
              <a:rPr kumimoji="1" lang="en-US" altLang="ja-JP" dirty="0"/>
              <a:t>make</a:t>
            </a:r>
            <a:r>
              <a:rPr kumimoji="1" lang="ja-JP" altLang="en-US" dirty="0"/>
              <a:t>する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make</a:t>
            </a:r>
            <a:r>
              <a:rPr kumimoji="1" lang="ja-JP" altLang="en-US" dirty="0"/>
              <a:t>完了後</a:t>
            </a:r>
            <a:r>
              <a:rPr kumimoji="1" lang="en-US" altLang="ja-JP" dirty="0"/>
              <a:t>install</a:t>
            </a:r>
          </a:p>
          <a:p>
            <a:r>
              <a:rPr kumimoji="1" lang="ja-JP" altLang="en-US" dirty="0"/>
              <a:t>再度</a:t>
            </a:r>
            <a:r>
              <a:rPr kumimoji="1" lang="en-US" altLang="ja-JP" dirty="0"/>
              <a:t>Simutrans</a:t>
            </a:r>
            <a:r>
              <a:rPr kumimoji="1" lang="ja-JP" altLang="en-US" dirty="0"/>
              <a:t>の</a:t>
            </a:r>
            <a:r>
              <a:rPr kumimoji="1" lang="en-US" altLang="ja-JP" dirty="0"/>
              <a:t>make</a:t>
            </a:r>
          </a:p>
          <a:p>
            <a:pPr lvl="1"/>
            <a:r>
              <a:rPr lang="en-US" altLang="ja-JP" dirty="0"/>
              <a:t>common.mk:21: </a:t>
            </a:r>
            <a:r>
              <a:rPr lang="ja-JP" altLang="en-US" dirty="0"/>
              <a:t>ターゲット </a:t>
            </a:r>
            <a:r>
              <a:rPr lang="en-US" altLang="ja-JP" dirty="0"/>
              <a:t>'build/default/sim' </a:t>
            </a:r>
            <a:r>
              <a:rPr lang="ja-JP" altLang="en-US" dirty="0"/>
              <a:t>のレシピで失敗しました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2626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D1D946-C4D3-4F8B-B485-7633A0D0A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Arch</a:t>
            </a:r>
            <a:r>
              <a:rPr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 </a:t>
            </a:r>
            <a:r>
              <a:rPr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Linux</a:t>
            </a:r>
            <a:r>
              <a:rPr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で挑戦</a:t>
            </a:r>
            <a:endParaRPr kumimoji="1" lang="ja-JP" altLang="en-US" dirty="0">
              <a:latin typeface="AR P丸ゴシック体M" panose="020F0600000000000000" pitchFamily="50" charset="-128"/>
              <a:ea typeface="AR P丸ゴシック体M" panose="020F06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6C269B-4256-4324-97CE-0EE37318A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81200"/>
            <a:ext cx="8229600" cy="4673600"/>
          </a:xfrm>
        </p:spPr>
        <p:txBody>
          <a:bodyPr/>
          <a:lstStyle/>
          <a:p>
            <a:r>
              <a:rPr kumimoji="1" lang="ja-JP" altLang="en-US" dirty="0"/>
              <a:t>パッケージ導入方法は「</a:t>
            </a:r>
            <a:r>
              <a:rPr lang="en-US" altLang="ja-JP" dirty="0"/>
              <a:t>Simutrans</a:t>
            </a:r>
            <a:r>
              <a:rPr lang="ja-JP" altLang="en-US" dirty="0"/>
              <a:t>をビルド</a:t>
            </a:r>
            <a:br>
              <a:rPr lang="en-US" altLang="ja-JP" dirty="0"/>
            </a:br>
            <a:r>
              <a:rPr lang="ja-JP" altLang="en-US" dirty="0"/>
              <a:t>してみる」のまま</a:t>
            </a:r>
            <a:endParaRPr lang="en-US" altLang="ja-JP" dirty="0"/>
          </a:p>
          <a:p>
            <a:pPr lvl="1"/>
            <a:r>
              <a:rPr kumimoji="1" lang="ja-JP" altLang="en-US" dirty="0"/>
              <a:t>追加で</a:t>
            </a:r>
            <a:r>
              <a:rPr kumimoji="1" lang="en-US" altLang="ja-JP" dirty="0"/>
              <a:t>NSIS</a:t>
            </a:r>
            <a:r>
              <a:rPr kumimoji="1" lang="ja-JP" altLang="en-US" dirty="0"/>
              <a:t>を導入したが、記事通りに進行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./configure</a:t>
            </a:r>
            <a:r>
              <a:rPr kumimoji="1" lang="ja-JP" altLang="en-US" dirty="0"/>
              <a:t>が出来ない！</a:t>
            </a:r>
            <a:endParaRPr kumimoji="1" lang="en-US" altLang="ja-JP" dirty="0"/>
          </a:p>
          <a:p>
            <a:pPr lvl="1"/>
            <a:r>
              <a:rPr lang="en-US" altLang="ja-JP" dirty="0" err="1"/>
              <a:t>Sh</a:t>
            </a:r>
            <a:r>
              <a:rPr lang="ja-JP" altLang="en-US" dirty="0"/>
              <a:t>ファイル不足で、安定版ソースコードでは完成せず</a:t>
            </a:r>
            <a:endParaRPr lang="en-US" altLang="ja-JP" dirty="0"/>
          </a:p>
          <a:p>
            <a:pPr lvl="1"/>
            <a:r>
              <a:rPr kumimoji="1" lang="en-US" altLang="ja-JP" dirty="0"/>
              <a:t>Git</a:t>
            </a:r>
            <a:r>
              <a:rPr kumimoji="1" lang="ja-JP" altLang="en-US" dirty="0"/>
              <a:t>で導入できる開発版で完成まで到達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50737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E4BB4D-8ACA-4219-B12B-1EF3717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再挑戦（の準備）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E8CC72-4BE5-4F19-9FF6-FE4BE438F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クロスコンパイル用編集内容を再検索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情報が古くて、今の</a:t>
            </a:r>
            <a:r>
              <a:rPr kumimoji="1" lang="en-US" altLang="ja-JP" dirty="0"/>
              <a:t>Bash(Ubuntu)</a:t>
            </a:r>
            <a:r>
              <a:rPr kumimoji="1" lang="ja-JP" altLang="en-US" dirty="0"/>
              <a:t>に合ってない可能性有るため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4</a:t>
            </a:r>
            <a:r>
              <a:rPr kumimoji="1" lang="ja-JP" altLang="en-US" dirty="0"/>
              <a:t>年近く前なものの、違う方法があった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まず、</a:t>
            </a:r>
            <a:r>
              <a:rPr lang="en-US" altLang="ja-JP" dirty="0"/>
              <a:t>Ubuntu</a:t>
            </a:r>
            <a:r>
              <a:rPr lang="ja-JP" altLang="en-US" dirty="0"/>
              <a:t>上でテストしてみることに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158584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0752C2-73E5-49DF-A657-F0BD69B9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Ubuntu</a:t>
            </a:r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 </a:t>
            </a:r>
            <a:r>
              <a:rPr kumimoji="1"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de</a:t>
            </a:r>
            <a:r>
              <a:rPr kumimoji="1" lang="ja-JP" altLang="en-US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 </a:t>
            </a:r>
            <a:r>
              <a:rPr kumimoji="1"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Simutrans</a:t>
            </a:r>
            <a:endParaRPr kumimoji="1" lang="ja-JP" altLang="en-US" dirty="0">
              <a:latin typeface="AR P丸ゴシック体M" panose="020F0600000000000000" pitchFamily="50" charset="-128"/>
              <a:ea typeface="AR P丸ゴシック体M" panose="020F06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5C8BFA-0A56-4096-911D-5A01EA835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VirtualBox</a:t>
            </a:r>
            <a:r>
              <a:rPr kumimoji="1" lang="ja-JP" altLang="en-US" dirty="0"/>
              <a:t>上の</a:t>
            </a:r>
            <a:r>
              <a:rPr kumimoji="1" lang="en-US" altLang="ja-JP" dirty="0"/>
              <a:t>Ubuntu(64bit)</a:t>
            </a:r>
            <a:r>
              <a:rPr kumimoji="1" lang="ja-JP" altLang="en-US" dirty="0"/>
              <a:t>にパッケージ導入</a:t>
            </a:r>
            <a:endParaRPr kumimoji="1" lang="en-US" altLang="ja-JP" dirty="0"/>
          </a:p>
          <a:p>
            <a:pPr lvl="2"/>
            <a:r>
              <a:rPr kumimoji="1" lang="en-US" altLang="ja-JP" dirty="0"/>
              <a:t>Ubuntu</a:t>
            </a:r>
            <a:r>
              <a:rPr kumimoji="1" lang="ja-JP" altLang="en-US" dirty="0"/>
              <a:t>と</a:t>
            </a:r>
            <a:r>
              <a:rPr kumimoji="1" lang="en-US" altLang="ja-JP" dirty="0"/>
              <a:t>BUW</a:t>
            </a:r>
            <a:r>
              <a:rPr kumimoji="1" lang="ja-JP" altLang="en-US" dirty="0"/>
              <a:t>で導入したリストは末尾</a:t>
            </a:r>
            <a:endParaRPr kumimoji="1" lang="en-US" altLang="ja-JP" dirty="0"/>
          </a:p>
          <a:p>
            <a:r>
              <a:rPr lang="en-US" altLang="ja-JP" dirty="0" err="1"/>
              <a:t>zlib</a:t>
            </a:r>
            <a:r>
              <a:rPr lang="en-US" altLang="ja-JP" dirty="0"/>
              <a:t>, bzip2</a:t>
            </a:r>
            <a:r>
              <a:rPr lang="ja-JP" altLang="en-US" dirty="0"/>
              <a:t>を導入</a:t>
            </a:r>
            <a:endParaRPr lang="en-US" altLang="ja-JP" dirty="0"/>
          </a:p>
          <a:p>
            <a:pPr lvl="1"/>
            <a:r>
              <a:rPr lang="en-US" altLang="ja-JP" dirty="0"/>
              <a:t>/</a:t>
            </a:r>
            <a:r>
              <a:rPr lang="en-US" altLang="ja-JP" dirty="0" err="1"/>
              <a:t>usr</a:t>
            </a:r>
            <a:r>
              <a:rPr lang="en-US" altLang="ja-JP" dirty="0"/>
              <a:t>/local/</a:t>
            </a:r>
            <a:r>
              <a:rPr lang="en-US" altLang="ja-JP" dirty="0" err="1"/>
              <a:t>src</a:t>
            </a:r>
            <a:r>
              <a:rPr lang="en-US" altLang="ja-JP" dirty="0"/>
              <a:t> </a:t>
            </a:r>
            <a:r>
              <a:rPr lang="ja-JP" altLang="en-US" dirty="0"/>
              <a:t>を作業場所として使用</a:t>
            </a:r>
            <a:endParaRPr lang="en-US" altLang="ja-JP" dirty="0"/>
          </a:p>
          <a:p>
            <a:pPr lvl="1"/>
            <a:r>
              <a:rPr kumimoji="1" lang="en-US" altLang="ja-JP" dirty="0"/>
              <a:t>bzip2</a:t>
            </a:r>
            <a:r>
              <a:rPr kumimoji="1" lang="ja-JP" altLang="en-US" dirty="0"/>
              <a:t>は従来通りの導入方法</a:t>
            </a:r>
            <a:endParaRPr kumimoji="1" lang="en-US" altLang="ja-JP" dirty="0"/>
          </a:p>
          <a:p>
            <a:pPr lvl="1"/>
            <a:r>
              <a:rPr lang="en-US" altLang="ja-JP" dirty="0" err="1"/>
              <a:t>zlib</a:t>
            </a:r>
            <a:r>
              <a:rPr lang="ja-JP" altLang="en-US" dirty="0"/>
              <a:t>は新たに見つけた情報を利用して導入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9209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DCFE62-008A-410C-B4B0-1689F6AB6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23900"/>
            <a:ext cx="8229600" cy="5969000"/>
          </a:xfrm>
        </p:spPr>
        <p:txBody>
          <a:bodyPr/>
          <a:lstStyle/>
          <a:p>
            <a:r>
              <a:rPr kumimoji="1" lang="en-US" altLang="ja-JP" dirty="0"/>
              <a:t>git clone</a:t>
            </a:r>
            <a:r>
              <a:rPr kumimoji="1" lang="ja-JP" altLang="en-US" dirty="0"/>
              <a:t>で開発版を取り込む</a:t>
            </a:r>
            <a:endParaRPr kumimoji="1" lang="en-US" altLang="ja-JP" dirty="0"/>
          </a:p>
          <a:p>
            <a:pPr lvl="1"/>
            <a:r>
              <a:rPr lang="ja-JP" altLang="en-US" dirty="0"/>
              <a:t>安定版では</a:t>
            </a:r>
            <a:r>
              <a:rPr kumimoji="1" lang="ja-JP" altLang="en-US" dirty="0"/>
              <a:t>ファイルが幾つか欠けてるため</a:t>
            </a:r>
            <a:endParaRPr kumimoji="1" lang="en-US" altLang="ja-JP" dirty="0"/>
          </a:p>
          <a:p>
            <a:r>
              <a:rPr lang="ja-JP" altLang="en-US" dirty="0"/>
              <a:t>ファイルの編集</a:t>
            </a:r>
            <a:endParaRPr lang="en-US" altLang="ja-JP" dirty="0"/>
          </a:p>
          <a:p>
            <a:pPr lvl="1"/>
            <a:r>
              <a:rPr lang="en-US" altLang="ja-JP" dirty="0" err="1"/>
              <a:t>Makefile</a:t>
            </a:r>
            <a:r>
              <a:rPr lang="en-US" altLang="ja-JP" dirty="0"/>
              <a:t>, </a:t>
            </a:r>
            <a:r>
              <a:rPr lang="en-US" altLang="ja-JP" dirty="0" err="1"/>
              <a:t>config.default</a:t>
            </a:r>
            <a:r>
              <a:rPr lang="en-US" altLang="ja-JP" dirty="0"/>
              <a:t>, utils/searchfolder.cc</a:t>
            </a:r>
            <a:br>
              <a:rPr lang="en-US" altLang="ja-JP" dirty="0"/>
            </a:br>
            <a:r>
              <a:rPr lang="ja-JP" altLang="en-US" dirty="0"/>
              <a:t>を</a:t>
            </a:r>
            <a:r>
              <a:rPr lang="en-US" altLang="ja-JP" dirty="0"/>
              <a:t>Linux</a:t>
            </a:r>
            <a:r>
              <a:rPr lang="ja-JP" altLang="en-US" dirty="0"/>
              <a:t>用に修正</a:t>
            </a:r>
            <a:endParaRPr lang="en-US" altLang="ja-JP" dirty="0"/>
          </a:p>
          <a:p>
            <a:r>
              <a:rPr kumimoji="1" lang="en-US" altLang="ja-JP" dirty="0"/>
              <a:t>make</a:t>
            </a:r>
            <a:r>
              <a:rPr kumimoji="1" lang="ja-JP" altLang="en-US" dirty="0"/>
              <a:t>実行</a:t>
            </a:r>
            <a:endParaRPr kumimoji="1" lang="en-US" altLang="ja-JP" dirty="0"/>
          </a:p>
          <a:p>
            <a:r>
              <a:rPr kumimoji="1" lang="ja-JP" altLang="en-US" dirty="0"/>
              <a:t>パッケージ作成</a:t>
            </a:r>
            <a:endParaRPr kumimoji="1" lang="en-US" altLang="ja-JP" dirty="0"/>
          </a:p>
          <a:p>
            <a:pPr lvl="1"/>
            <a:r>
              <a:rPr lang="en-US" altLang="ja-JP" dirty="0"/>
              <a:t>./distribute.sh </a:t>
            </a:r>
            <a:r>
              <a:rPr lang="ja-JP" altLang="en-US" dirty="0"/>
              <a:t>を実行。</a:t>
            </a:r>
            <a:endParaRPr lang="en-US" altLang="ja-JP" dirty="0"/>
          </a:p>
          <a:p>
            <a:pPr lvl="2"/>
            <a:endParaRPr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完成！！</a:t>
            </a:r>
            <a:endParaRPr lang="en-US" altLang="ja-JP" dirty="0"/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0E51A0D6-5A9C-4611-BC50-9CF1C7814BB6}"/>
              </a:ext>
            </a:extLst>
          </p:cNvPr>
          <p:cNvSpPr/>
          <p:nvPr/>
        </p:nvSpPr>
        <p:spPr>
          <a:xfrm>
            <a:off x="4292600" y="5499100"/>
            <a:ext cx="228600" cy="5588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1939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E8C39-9FAC-480D-A9EB-B6EDAEE99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本命の</a:t>
            </a:r>
            <a:br>
              <a:rPr kumimoji="1"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</a:br>
            <a:r>
              <a:rPr kumimoji="1" lang="en-US" altLang="ja-JP" b="1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Bash on Windows</a:t>
            </a:r>
            <a:r>
              <a:rPr kumimoji="1" lang="en-US" altLang="ja-JP" dirty="0">
                <a:latin typeface="AR P丸ゴシック体M" panose="020F0600000000000000" pitchFamily="50" charset="-128"/>
                <a:ea typeface="AR P丸ゴシック体M" panose="020F0600000000000000" pitchFamily="50" charset="-128"/>
              </a:rPr>
              <a:t> de Simutrans</a:t>
            </a:r>
            <a:endParaRPr kumimoji="1" lang="ja-JP" altLang="en-US" dirty="0">
              <a:latin typeface="AR P丸ゴシック体M" panose="020F0600000000000000" pitchFamily="50" charset="-128"/>
              <a:ea typeface="AR P丸ゴシック体M" panose="020F06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5F630-8879-43F7-870A-58AEE670E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Ubuntu</a:t>
            </a:r>
            <a:r>
              <a:rPr kumimoji="1" lang="ja-JP" altLang="en-US" dirty="0"/>
              <a:t>の場合と全く同じ内容で進める</a:t>
            </a:r>
            <a:endParaRPr kumimoji="1" lang="en-US" altLang="ja-JP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ja-JP" dirty="0"/>
              <a:t>simwin-.zip</a:t>
            </a:r>
            <a:r>
              <a:rPr lang="ja-JP" altLang="en-US" dirty="0"/>
              <a:t>が出来た！</a:t>
            </a:r>
            <a:endParaRPr lang="en-US" altLang="ja-JP" dirty="0"/>
          </a:p>
          <a:p>
            <a:r>
              <a:rPr lang="en-US" altLang="ja-JP" dirty="0"/>
              <a:t>simwin-.zip</a:t>
            </a:r>
            <a:r>
              <a:rPr lang="ja-JP" altLang="en-US" dirty="0"/>
              <a:t>を</a:t>
            </a:r>
            <a:r>
              <a:rPr lang="en-US" altLang="ja-JP" dirty="0"/>
              <a:t>Windows</a:t>
            </a:r>
            <a:r>
              <a:rPr lang="ja-JP" altLang="en-US" dirty="0"/>
              <a:t>側にコピー</a:t>
            </a:r>
            <a:endParaRPr lang="en-US" altLang="ja-JP" dirty="0"/>
          </a:p>
          <a:p>
            <a:pPr lvl="2"/>
            <a:r>
              <a:rPr lang="en-US" altLang="ja-JP" dirty="0"/>
              <a:t>Win</a:t>
            </a:r>
            <a:r>
              <a:rPr lang="ja-JP" altLang="en-US" dirty="0"/>
              <a:t>のユーザフォルダへは、</a:t>
            </a:r>
            <a:r>
              <a:rPr lang="en-US" altLang="ja-JP" dirty="0"/>
              <a:t>/</a:t>
            </a:r>
            <a:r>
              <a:rPr lang="en-US" altLang="ja-JP" dirty="0" err="1"/>
              <a:t>mnt</a:t>
            </a:r>
            <a:r>
              <a:rPr lang="en-US" altLang="ja-JP" dirty="0"/>
              <a:t>/c/Users/[</a:t>
            </a:r>
            <a:r>
              <a:rPr lang="ja-JP" altLang="en-US" dirty="0"/>
              <a:t>ユーザ名</a:t>
            </a:r>
            <a:r>
              <a:rPr lang="en-US" altLang="ja-JP" dirty="0"/>
              <a:t>]</a:t>
            </a:r>
          </a:p>
          <a:p>
            <a:r>
              <a:rPr lang="ja-JP" altLang="en-US" dirty="0"/>
              <a:t>展開し、</a:t>
            </a:r>
            <a:r>
              <a:rPr lang="en-US" altLang="ja-JP" dirty="0" err="1"/>
              <a:t>pak</a:t>
            </a:r>
            <a:r>
              <a:rPr lang="ja-JP" altLang="en-US" dirty="0"/>
              <a:t>セットか</a:t>
            </a:r>
            <a:r>
              <a:rPr lang="en-US" altLang="ja-JP" dirty="0"/>
              <a:t>download-paksets.exe</a:t>
            </a:r>
            <a:r>
              <a:rPr lang="ja-JP" altLang="en-US" dirty="0"/>
              <a:t>をコピーして起動</a:t>
            </a:r>
            <a:endParaRPr lang="en-US" altLang="ja-JP" dirty="0"/>
          </a:p>
          <a:p>
            <a:pPr lvl="1"/>
            <a:r>
              <a:rPr lang="ja-JP" altLang="en-US" dirty="0"/>
              <a:t>動いた！！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239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64440-6041-4C04-A93A-B7079775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790070"/>
          </a:xfrm>
        </p:spPr>
        <p:txBody>
          <a:bodyPr/>
          <a:lstStyle/>
          <a:p>
            <a:r>
              <a:rPr kumimoji="1" lang="en-US" altLang="ja-JP" dirty="0"/>
              <a:t>base-</a:t>
            </a:r>
            <a:r>
              <a:rPr kumimoji="1" lang="en-US" altLang="ja-JP" dirty="0" err="1"/>
              <a:t>devel</a:t>
            </a:r>
            <a:r>
              <a:rPr kumimoji="1" lang="ja-JP" altLang="en-US" dirty="0"/>
              <a:t>リストで、入れるもの</a:t>
            </a:r>
          </a:p>
        </p:txBody>
      </p:sp>
      <p:graphicFrame>
        <p:nvGraphicFramePr>
          <p:cNvPr id="11" name="コンテンツ プレースホルダー 10">
            <a:extLst>
              <a:ext uri="{FF2B5EF4-FFF2-40B4-BE49-F238E27FC236}">
                <a16:creationId xmlns:a16="http://schemas.microsoft.com/office/drawing/2014/main" id="{24986871-EF40-4D11-88DA-3E7416F41D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91746"/>
              </p:ext>
            </p:extLst>
          </p:nvPr>
        </p:nvGraphicFramePr>
        <p:xfrm>
          <a:off x="457200" y="1247270"/>
          <a:ext cx="822960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69303274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28465517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ja-JP" altLang="en-US" dirty="0"/>
                        <a:t>名前（既に導入済の</a:t>
                      </a:r>
                      <a:r>
                        <a:rPr kumimoji="1" lang="ja-JP" altLang="en-US" dirty="0" err="1"/>
                        <a:t>は</a:t>
                      </a:r>
                      <a:r>
                        <a:rPr kumimoji="1" lang="ja-JP" altLang="en-US" dirty="0"/>
                        <a:t>「最新です」と判定してくれるので気にしないで入れて</a:t>
                      </a:r>
                      <a:r>
                        <a:rPr kumimoji="1" lang="en-US" altLang="ja-JP" dirty="0"/>
                        <a:t>OK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5506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autoconf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automake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4131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binutils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bison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585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fakeroot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file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553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findutils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flex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34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gawk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gcc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5675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gettext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grep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960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gettext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grep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6281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groff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gzip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42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libtool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m4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102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make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pacman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587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patch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pkg</a:t>
                      </a:r>
                      <a:r>
                        <a:rPr kumimoji="1" lang="en-US" altLang="ja-JP" dirty="0"/>
                        <a:t>-config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717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sed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sudo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16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texinfo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util-linux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24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9203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820B97-92B4-4E9B-AE81-E021A5951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クロスコンパイル用編集内容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E8FFCB-3FDF-402F-8692-FA060F8E9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検索して、そのまま使用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情報古いため、将来も通用するか不明</a:t>
            </a:r>
            <a:endParaRPr kumimoji="1" lang="en-US" altLang="ja-JP" dirty="0"/>
          </a:p>
          <a:p>
            <a:r>
              <a:rPr lang="en-US" altLang="ja-JP" dirty="0"/>
              <a:t>bzip2</a:t>
            </a:r>
          </a:p>
          <a:p>
            <a:pPr lvl="1"/>
            <a:r>
              <a:rPr lang="en-US" altLang="ja-JP" dirty="0"/>
              <a:t>patch</a:t>
            </a:r>
            <a:r>
              <a:rPr lang="ja-JP" altLang="en-US" dirty="0"/>
              <a:t>を</a:t>
            </a:r>
            <a:r>
              <a:rPr lang="en-US" altLang="ja-JP" dirty="0"/>
              <a:t>DL</a:t>
            </a:r>
            <a:r>
              <a:rPr lang="ja-JP" altLang="en-US" dirty="0"/>
              <a:t>して当てた</a:t>
            </a:r>
            <a:endParaRPr lang="en-US" altLang="ja-JP" dirty="0"/>
          </a:p>
          <a:p>
            <a:pPr lvl="2"/>
            <a:r>
              <a:rPr lang="ja-JP" altLang="en-US" dirty="0"/>
              <a:t>シェルスクリプト化する際に、</a:t>
            </a:r>
            <a:r>
              <a:rPr lang="en-US" altLang="ja-JP" dirty="0" err="1"/>
              <a:t>sed</a:t>
            </a:r>
            <a:r>
              <a:rPr lang="ja-JP" altLang="en-US" dirty="0"/>
              <a:t>で置き換え</a:t>
            </a:r>
            <a:endParaRPr lang="en-US" altLang="ja-JP" dirty="0"/>
          </a:p>
          <a:p>
            <a:r>
              <a:rPr lang="en-US" altLang="ja-JP" dirty="0" err="1"/>
              <a:t>zlib</a:t>
            </a:r>
            <a:endParaRPr lang="en-US" altLang="ja-JP" dirty="0"/>
          </a:p>
          <a:p>
            <a:pPr lvl="1"/>
            <a:r>
              <a:rPr lang="ja-JP" altLang="en-US" dirty="0"/>
              <a:t>変数を指定して</a:t>
            </a:r>
            <a:r>
              <a:rPr lang="en-US" altLang="ja-JP" dirty="0"/>
              <a:t>make install</a:t>
            </a:r>
          </a:p>
          <a:p>
            <a:pPr lvl="1"/>
            <a:endParaRPr lang="en-US" altLang="ja-JP" dirty="0"/>
          </a:p>
          <a:p>
            <a:pPr lvl="1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24377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820B97-92B4-4E9B-AE81-E021A5951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注意点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E8FFCB-3FDF-402F-8692-FA060F8E9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この方法でできあがるのは</a:t>
            </a:r>
            <a:r>
              <a:rPr lang="en-US" altLang="ja-JP" b="1" dirty="0">
                <a:solidFill>
                  <a:srgbClr val="FF0000"/>
                </a:solidFill>
              </a:rPr>
              <a:t>64bit</a:t>
            </a:r>
            <a:r>
              <a:rPr lang="ja-JP" altLang="en-US" dirty="0"/>
              <a:t>版</a:t>
            </a:r>
            <a:endParaRPr lang="en-US" altLang="ja-JP" dirty="0"/>
          </a:p>
          <a:p>
            <a:pPr lvl="1"/>
            <a:r>
              <a:rPr lang="ja-JP" altLang="en-US" dirty="0"/>
              <a:t>変数の</a:t>
            </a:r>
            <a:r>
              <a:rPr lang="en-US" altLang="ja-JP" dirty="0"/>
              <a:t>long</a:t>
            </a:r>
            <a:r>
              <a:rPr lang="ja-JP" altLang="en-US" dirty="0"/>
              <a:t>が一部混じっている</a:t>
            </a:r>
            <a:endParaRPr lang="en-US" altLang="ja-JP" dirty="0"/>
          </a:p>
          <a:p>
            <a:pPr lvl="2"/>
            <a:r>
              <a:rPr kumimoji="1" lang="en-US" altLang="ja-JP" dirty="0"/>
              <a:t>uint64</a:t>
            </a:r>
            <a:r>
              <a:rPr kumimoji="1" lang="ja-JP" altLang="en-US" dirty="0"/>
              <a:t>に修正する必要有り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修正箇所の情報は、あの</a:t>
            </a:r>
            <a:r>
              <a:rPr kumimoji="1" lang="en-US" altLang="ja-JP" dirty="0"/>
              <a:t>KTOK</a:t>
            </a:r>
            <a:r>
              <a:rPr kumimoji="1" lang="en-US" altLang="ja-JP" baseline="30000" dirty="0"/>
              <a:t>TM</a:t>
            </a:r>
            <a:r>
              <a:rPr kumimoji="1" lang="en-US" altLang="ja-JP" dirty="0"/>
              <a:t>(@</a:t>
            </a:r>
            <a:r>
              <a:rPr kumimoji="1" lang="en-US" altLang="ja-JP" dirty="0" err="1"/>
              <a:t>ano_KTOK</a:t>
            </a:r>
            <a:r>
              <a:rPr kumimoji="1" lang="en-US" altLang="ja-JP" dirty="0"/>
              <a:t>_)</a:t>
            </a:r>
            <a:r>
              <a:rPr kumimoji="1" lang="ja-JP" altLang="en-US" dirty="0"/>
              <a:t>氏の</a:t>
            </a:r>
            <a:r>
              <a:rPr kumimoji="1" lang="en-US" altLang="ja-JP" dirty="0">
                <a:solidFill>
                  <a:schemeClr val="bg2">
                    <a:lumMod val="60000"/>
                    <a:lumOff val="40000"/>
                  </a:schemeClr>
                </a:solidFill>
              </a:rPr>
              <a:t>#Simutrans_64bit</a:t>
            </a:r>
            <a:r>
              <a:rPr kumimoji="1" lang="ja-JP" altLang="en-US" dirty="0"/>
              <a:t>を参照</a:t>
            </a:r>
            <a:endParaRPr kumimoji="1" lang="en-US" altLang="ja-JP" dirty="0"/>
          </a:p>
          <a:p>
            <a:pPr lvl="1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33214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77F17B-73FA-4B6E-9343-074661D1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034"/>
            <a:ext cx="8229600" cy="1371600"/>
          </a:xfrm>
        </p:spPr>
        <p:txBody>
          <a:bodyPr/>
          <a:lstStyle/>
          <a:p>
            <a:r>
              <a:rPr kumimoji="1" lang="ja-JP" altLang="en-US" dirty="0"/>
              <a:t>参照元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1E3BF9-C993-43DA-BB33-D609B6E41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38469"/>
            <a:ext cx="8229600" cy="5245768"/>
          </a:xfrm>
        </p:spPr>
        <p:txBody>
          <a:bodyPr/>
          <a:lstStyle/>
          <a:p>
            <a:r>
              <a:rPr kumimoji="1" lang="en-US" altLang="ja-JP" dirty="0"/>
              <a:t>Simutrans</a:t>
            </a:r>
            <a:r>
              <a:rPr kumimoji="1" lang="ja-JP" altLang="en-US" dirty="0"/>
              <a:t>をビルドしてみる</a:t>
            </a:r>
            <a:r>
              <a:rPr kumimoji="1" lang="en-US" altLang="ja-JP" dirty="0"/>
              <a:t>(</a:t>
            </a:r>
            <a:r>
              <a:rPr kumimoji="1" lang="en-US" altLang="ja-JP" sz="2800" dirty="0" err="1"/>
              <a:t>Aruneko</a:t>
            </a:r>
            <a:r>
              <a:rPr kumimoji="1" lang="ja-JP" altLang="en-US" sz="2800" dirty="0"/>
              <a:t>氏</a:t>
            </a:r>
            <a:r>
              <a:rPr kumimoji="1" lang="en-US" altLang="ja-JP" dirty="0"/>
              <a:t>)</a:t>
            </a:r>
          </a:p>
          <a:p>
            <a:pPr lvl="2"/>
            <a:r>
              <a:rPr lang="en-US" altLang="ja-JP" sz="2000" dirty="0">
                <a:hlinkClick r:id="rId2"/>
              </a:rPr>
              <a:t>http://qiita.com/Aruneko/items/373ed7d135b6f686dbd9</a:t>
            </a:r>
            <a:endParaRPr lang="en-US" altLang="ja-JP" sz="2000" dirty="0"/>
          </a:p>
          <a:p>
            <a:r>
              <a:rPr lang="ja-JP" altLang="en-US" dirty="0"/>
              <a:t>絶対領域</a:t>
            </a:r>
            <a:r>
              <a:rPr lang="en-US" altLang="ja-JP" dirty="0"/>
              <a:t>(</a:t>
            </a:r>
            <a:r>
              <a:rPr lang="en-US" altLang="ja-JP" dirty="0" err="1"/>
              <a:t>AbsoluteArea</a:t>
            </a:r>
            <a:r>
              <a:rPr lang="en-US" altLang="ja-JP" dirty="0"/>
              <a:t>)</a:t>
            </a:r>
            <a:r>
              <a:rPr lang="ja-JP" altLang="en-US" dirty="0"/>
              <a:t>の徒然</a:t>
            </a:r>
            <a:r>
              <a:rPr lang="en-US" altLang="ja-JP" dirty="0"/>
              <a:t>(</a:t>
            </a:r>
            <a:r>
              <a:rPr lang="ja-JP" altLang="en-US" sz="2800" dirty="0"/>
              <a:t>絶対領域氏</a:t>
            </a:r>
            <a:r>
              <a:rPr lang="en-US" altLang="ja-JP" sz="2800" dirty="0"/>
              <a:t>)</a:t>
            </a:r>
          </a:p>
          <a:p>
            <a:pPr lvl="1"/>
            <a:r>
              <a:rPr lang="en-US" altLang="ja-JP" sz="2400" dirty="0"/>
              <a:t>Windows 64bit </a:t>
            </a:r>
            <a:r>
              <a:rPr lang="ja-JP" altLang="en-US" sz="2400" dirty="0"/>
              <a:t>用の </a:t>
            </a:r>
            <a:r>
              <a:rPr lang="en-US" altLang="ja-JP" sz="2400" dirty="0" err="1"/>
              <a:t>ffmpeg</a:t>
            </a:r>
            <a:r>
              <a:rPr lang="en-US" altLang="ja-JP" sz="2400" dirty="0"/>
              <a:t> </a:t>
            </a:r>
            <a:r>
              <a:rPr lang="ja-JP" altLang="en-US" sz="2400" dirty="0"/>
              <a:t>をビルド</a:t>
            </a:r>
            <a:endParaRPr lang="en-US" altLang="ja-JP" sz="2400" dirty="0"/>
          </a:p>
          <a:p>
            <a:pPr lvl="2"/>
            <a:r>
              <a:rPr lang="en-US" altLang="ja-JP" sz="2000" dirty="0">
                <a:hlinkClick r:id="rId3"/>
              </a:rPr>
              <a:t>http://absolutearea.blogspot.jp/2012/09/windows-64bit-ffmpeg.html</a:t>
            </a:r>
            <a:endParaRPr lang="en-US" altLang="ja-JP" sz="2000" dirty="0"/>
          </a:p>
          <a:p>
            <a:r>
              <a:rPr kumimoji="1" lang="ja-JP" altLang="en-US" dirty="0"/>
              <a:t>なんと</a:t>
            </a:r>
            <a:r>
              <a:rPr kumimoji="1" lang="ja-JP" altLang="en-US" dirty="0" err="1"/>
              <a:t>な</a:t>
            </a:r>
            <a:r>
              <a:rPr kumimoji="1" lang="ja-JP" altLang="en-US" dirty="0"/>
              <a:t>～くしあわせ？の日記</a:t>
            </a:r>
            <a:br>
              <a:rPr kumimoji="1" lang="en-US" altLang="ja-JP" dirty="0"/>
            </a:br>
            <a:r>
              <a:rPr kumimoji="1" lang="en-US" altLang="ja-JP" dirty="0"/>
              <a:t>					</a:t>
            </a:r>
            <a:r>
              <a:rPr kumimoji="1" lang="en-US" altLang="ja-JP" sz="2800" dirty="0"/>
              <a:t>(</a:t>
            </a:r>
            <a:r>
              <a:rPr kumimoji="1" lang="en-US" altLang="ja-JP" sz="2800" dirty="0" err="1"/>
              <a:t>Hiroguki</a:t>
            </a:r>
            <a:r>
              <a:rPr kumimoji="1" lang="en-US" altLang="ja-JP" sz="2800" dirty="0"/>
              <a:t>-Nagata</a:t>
            </a:r>
            <a:r>
              <a:rPr kumimoji="1" lang="ja-JP" altLang="en-US" sz="2800" dirty="0"/>
              <a:t>氏</a:t>
            </a:r>
            <a:r>
              <a:rPr kumimoji="1" lang="en-US" altLang="ja-JP" sz="2800" dirty="0"/>
              <a:t>)</a:t>
            </a:r>
          </a:p>
          <a:p>
            <a:pPr lvl="1"/>
            <a:r>
              <a:rPr lang="en-US" altLang="ja-JP" sz="2400" dirty="0"/>
              <a:t>Debian Wheezy</a:t>
            </a:r>
            <a:r>
              <a:rPr lang="ja-JP" altLang="en-US" sz="2400" dirty="0"/>
              <a:t>上で</a:t>
            </a:r>
            <a:r>
              <a:rPr lang="en-US" altLang="ja-JP" sz="2400" dirty="0"/>
              <a:t>Windows-x64</a:t>
            </a:r>
            <a:r>
              <a:rPr lang="ja-JP" altLang="en-US" sz="2400" dirty="0"/>
              <a:t>向けバイナリを作成する</a:t>
            </a:r>
            <a:endParaRPr lang="en-US" altLang="ja-JP" sz="2400" dirty="0"/>
          </a:p>
          <a:p>
            <a:pPr lvl="2"/>
            <a:r>
              <a:rPr lang="en-US" altLang="ja-JP" sz="2000" dirty="0">
                <a:hlinkClick r:id="rId4"/>
              </a:rPr>
              <a:t>http://nantonaku-shiawase.hatenablog.com/entry/2013/04/25/003059</a:t>
            </a:r>
            <a:endParaRPr lang="en-US" altLang="ja-JP" sz="2000" dirty="0"/>
          </a:p>
          <a:p>
            <a:pPr lvl="2"/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7427582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テーマ1" id="{4F528F2D-BD11-49B5-A99A-82D56FC1813E}" vid="{E6C89D98-74F6-4359-BC50-778570921F9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テーマ1</Template>
  <TotalTime>394</TotalTime>
  <Words>726</Words>
  <Application>Microsoft Office PowerPoint</Application>
  <PresentationFormat>画面に合わせる (4:3)</PresentationFormat>
  <Paragraphs>149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30" baseType="lpstr">
      <vt:lpstr>AR P丸ゴシック体M</vt:lpstr>
      <vt:lpstr>HGS創英角ﾎﾟｯﾌﾟ体</vt:lpstr>
      <vt:lpstr>HGｺﾞｼｯｸM</vt:lpstr>
      <vt:lpstr>HG丸ｺﾞｼｯｸM-PRO</vt:lpstr>
      <vt:lpstr>ＭＳ Ｐゴシック</vt:lpstr>
      <vt:lpstr>ＭＳ ゴシック</vt:lpstr>
      <vt:lpstr>游ゴシック</vt:lpstr>
      <vt:lpstr>Arial</vt:lpstr>
      <vt:lpstr>Arial Black</vt:lpstr>
      <vt:lpstr>Times New Roman</vt:lpstr>
      <vt:lpstr>Wingdings</vt:lpstr>
      <vt:lpstr>テーマ1</vt:lpstr>
      <vt:lpstr>Simutrans を Windows Subsystem for Linuxでコンパイル</vt:lpstr>
      <vt:lpstr>まず結論</vt:lpstr>
      <vt:lpstr>動機</vt:lpstr>
      <vt:lpstr>最初にやったこと</vt:lpstr>
      <vt:lpstr>次にやったこと</vt:lpstr>
      <vt:lpstr>PowerPoint プレゼンテーション</vt:lpstr>
      <vt:lpstr>そもそも・・・</vt:lpstr>
      <vt:lpstr>再挑戦</vt:lpstr>
      <vt:lpstr>PowerPoint プレゼンテーション</vt:lpstr>
      <vt:lpstr>Arch Linuxで挑戦</vt:lpstr>
      <vt:lpstr>再挑戦（の準備）</vt:lpstr>
      <vt:lpstr>Ubuntu de Simutrans</vt:lpstr>
      <vt:lpstr>PowerPoint プレゼンテーション</vt:lpstr>
      <vt:lpstr>本命の Bash on Windows de Simutrans</vt:lpstr>
      <vt:lpstr>base-develリストで、入れるもの</vt:lpstr>
      <vt:lpstr>クロスコンパイル用編集内容</vt:lpstr>
      <vt:lpstr>注意点</vt:lpstr>
      <vt:lpstr>参照元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Simutrans を Windows Subsystem for Linuxでコンパイル</dc:title>
  <dc:creator>奥康祐</dc:creator>
  <cp:lastModifiedBy>奥康祐</cp:lastModifiedBy>
  <cp:revision>20</cp:revision>
  <dcterms:created xsi:type="dcterms:W3CDTF">2017-08-05T14:16:05Z</dcterms:created>
  <dcterms:modified xsi:type="dcterms:W3CDTF">2017-09-13T18:09:26Z</dcterms:modified>
</cp:coreProperties>
</file>